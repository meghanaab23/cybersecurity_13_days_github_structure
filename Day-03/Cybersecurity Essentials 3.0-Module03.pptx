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00" r:id="rId5"/>
  </p:sldMasterIdLst>
  <p:notesMasterIdLst>
    <p:notesMasterId r:id="rId45"/>
  </p:notesMasterIdLst>
  <p:sldIdLst>
    <p:sldId id="256" r:id="rId6"/>
    <p:sldId id="316" r:id="rId7"/>
    <p:sldId id="317" r:id="rId8"/>
    <p:sldId id="1072" r:id="rId9"/>
    <p:sldId id="259" r:id="rId10"/>
    <p:sldId id="260" r:id="rId11"/>
    <p:sldId id="261" r:id="rId12"/>
    <p:sldId id="1073" r:id="rId13"/>
    <p:sldId id="262" r:id="rId14"/>
    <p:sldId id="311" r:id="rId15"/>
    <p:sldId id="263" r:id="rId16"/>
    <p:sldId id="264" r:id="rId17"/>
    <p:sldId id="312" r:id="rId18"/>
    <p:sldId id="313" r:id="rId19"/>
    <p:sldId id="266" r:id="rId20"/>
    <p:sldId id="267" r:id="rId21"/>
    <p:sldId id="268" r:id="rId22"/>
    <p:sldId id="269" r:id="rId23"/>
    <p:sldId id="270" r:id="rId24"/>
    <p:sldId id="289" r:id="rId25"/>
    <p:sldId id="271" r:id="rId26"/>
    <p:sldId id="272" r:id="rId27"/>
    <p:sldId id="273" r:id="rId28"/>
    <p:sldId id="274" r:id="rId29"/>
    <p:sldId id="291" r:id="rId30"/>
    <p:sldId id="276" r:id="rId31"/>
    <p:sldId id="277" r:id="rId32"/>
    <p:sldId id="278" r:id="rId33"/>
    <p:sldId id="293" r:id="rId34"/>
    <p:sldId id="279" r:id="rId35"/>
    <p:sldId id="296" r:id="rId36"/>
    <p:sldId id="280" r:id="rId37"/>
    <p:sldId id="298" r:id="rId38"/>
    <p:sldId id="281" r:id="rId39"/>
    <p:sldId id="314" r:id="rId40"/>
    <p:sldId id="283" r:id="rId41"/>
    <p:sldId id="284" r:id="rId42"/>
    <p:sldId id="299" r:id="rId43"/>
    <p:sldId id="300"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E22BBC-AC2E-1E24-31C0-ED9B8F712FE9}" name="Cláudia Naumann" initials="CN" userId="S::naumann_nce.ufrj.br#ext#@cisco.onmicrosoft.com::2c14c15b-0266-4182-83e5-84c7c06e2959" providerId="AD"/>
  <p188:author id="{C7165DCF-3304-E89D-7E12-A5425B5649D3}" name="Anna Bolen -X (abolen - UNICON INC at Cisco)" initials="AC" userId="S::abolen@cisco.com::8fcf5b57-97b6-40ce-9683-275924855fa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5FD99C-82D3-4D41-BAB2-14A61093E571}" v="1" dt="2023-03-30T15:43:49.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669" autoAdjust="0"/>
  </p:normalViewPr>
  <p:slideViewPr>
    <p:cSldViewPr snapToGrid="0">
      <p:cViewPr varScale="1">
        <p:scale>
          <a:sx n="96" d="100"/>
          <a:sy n="96" d="100"/>
        </p:scale>
        <p:origin x="48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 Bolen -X (abolen - UNICON INC at Cisco)" userId="8fcf5b57-97b6-40ce-9683-275924855fa8" providerId="ADAL" clId="{D1860837-1F8D-4778-8BCA-B16E98D9243A}"/>
    <pc:docChg chg="modSld">
      <pc:chgData name="Anna Bolen -X (abolen - UNICON INC at Cisco)" userId="8fcf5b57-97b6-40ce-9683-275924855fa8" providerId="ADAL" clId="{D1860837-1F8D-4778-8BCA-B16E98D9243A}" dt="2022-12-16T18:18:27.290" v="11" actId="255"/>
      <pc:docMkLst>
        <pc:docMk/>
      </pc:docMkLst>
      <pc:sldChg chg="mod modShow">
        <pc:chgData name="Anna Bolen -X (abolen - UNICON INC at Cisco)" userId="8fcf5b57-97b6-40ce-9683-275924855fa8" providerId="ADAL" clId="{D1860837-1F8D-4778-8BCA-B16E98D9243A}" dt="2022-12-13T21:12:28.739" v="1" actId="729"/>
        <pc:sldMkLst>
          <pc:docMk/>
          <pc:sldMk cId="0" sldId="256"/>
        </pc:sldMkLst>
      </pc:sldChg>
      <pc:sldChg chg="mod modShow">
        <pc:chgData name="Anna Bolen -X (abolen - UNICON INC at Cisco)" userId="8fcf5b57-97b6-40ce-9683-275924855fa8" providerId="ADAL" clId="{D1860837-1F8D-4778-8BCA-B16E98D9243A}" dt="2022-12-01T17:51:18.101" v="0" actId="729"/>
        <pc:sldMkLst>
          <pc:docMk/>
          <pc:sldMk cId="0" sldId="259"/>
        </pc:sldMkLst>
      </pc:sldChg>
      <pc:sldChg chg="mod modShow">
        <pc:chgData name="Anna Bolen -X (abolen - UNICON INC at Cisco)" userId="8fcf5b57-97b6-40ce-9683-275924855fa8" providerId="ADAL" clId="{D1860837-1F8D-4778-8BCA-B16E98D9243A}" dt="2022-12-01T17:51:18.101" v="0" actId="729"/>
        <pc:sldMkLst>
          <pc:docMk/>
          <pc:sldMk cId="0" sldId="260"/>
        </pc:sldMkLst>
      </pc:sldChg>
      <pc:sldChg chg="mod modShow">
        <pc:chgData name="Anna Bolen -X (abolen - UNICON INC at Cisco)" userId="8fcf5b57-97b6-40ce-9683-275924855fa8" providerId="ADAL" clId="{D1860837-1F8D-4778-8BCA-B16E98D9243A}" dt="2022-12-01T17:51:18.101" v="0" actId="729"/>
        <pc:sldMkLst>
          <pc:docMk/>
          <pc:sldMk cId="0" sldId="261"/>
        </pc:sldMkLst>
      </pc:sldChg>
      <pc:sldChg chg="modSp mod">
        <pc:chgData name="Anna Bolen -X (abolen - UNICON INC at Cisco)" userId="8fcf5b57-97b6-40ce-9683-275924855fa8" providerId="ADAL" clId="{D1860837-1F8D-4778-8BCA-B16E98D9243A}" dt="2022-12-16T18:18:10.560" v="10" actId="20577"/>
        <pc:sldMkLst>
          <pc:docMk/>
          <pc:sldMk cId="1223873037" sldId="300"/>
        </pc:sldMkLst>
        <pc:spChg chg="mod">
          <ac:chgData name="Anna Bolen -X (abolen - UNICON INC at Cisco)" userId="8fcf5b57-97b6-40ce-9683-275924855fa8" providerId="ADAL" clId="{D1860837-1F8D-4778-8BCA-B16E98D9243A}" dt="2022-12-16T18:18:10.560" v="10" actId="20577"/>
          <ac:spMkLst>
            <pc:docMk/>
            <pc:sldMk cId="1223873037" sldId="300"/>
            <ac:spMk id="56321" creationId="{00000000-0000-0000-0000-000000000000}"/>
          </ac:spMkLst>
        </pc:spChg>
      </pc:sldChg>
      <pc:sldChg chg="modSp mod modShow">
        <pc:chgData name="Anna Bolen -X (abolen - UNICON INC at Cisco)" userId="8fcf5b57-97b6-40ce-9683-275924855fa8" providerId="ADAL" clId="{D1860837-1F8D-4778-8BCA-B16E98D9243A}" dt="2022-12-16T18:18:27.290" v="11" actId="255"/>
        <pc:sldMkLst>
          <pc:docMk/>
          <pc:sldMk cId="3347062650" sldId="316"/>
        </pc:sldMkLst>
        <pc:spChg chg="mod">
          <ac:chgData name="Anna Bolen -X (abolen - UNICON INC at Cisco)" userId="8fcf5b57-97b6-40ce-9683-275924855fa8" providerId="ADAL" clId="{D1860837-1F8D-4778-8BCA-B16E98D9243A}" dt="2022-12-16T18:18:27.290" v="11" actId="255"/>
          <ac:spMkLst>
            <pc:docMk/>
            <pc:sldMk cId="3347062650" sldId="316"/>
            <ac:spMk id="4" creationId="{CB1C5132-2677-5B87-CDA0-997E5FA6E973}"/>
          </ac:spMkLst>
        </pc:spChg>
      </pc:sldChg>
      <pc:sldChg chg="mod modShow">
        <pc:chgData name="Anna Bolen -X (abolen - UNICON INC at Cisco)" userId="8fcf5b57-97b6-40ce-9683-275924855fa8" providerId="ADAL" clId="{D1860837-1F8D-4778-8BCA-B16E98D9243A}" dt="2022-12-01T17:51:18.101" v="0" actId="729"/>
        <pc:sldMkLst>
          <pc:docMk/>
          <pc:sldMk cId="1863767099" sldId="317"/>
        </pc:sldMkLst>
      </pc:sldChg>
      <pc:sldChg chg="mod modShow">
        <pc:chgData name="Anna Bolen -X (abolen - UNICON INC at Cisco)" userId="8fcf5b57-97b6-40ce-9683-275924855fa8" providerId="ADAL" clId="{D1860837-1F8D-4778-8BCA-B16E98D9243A}" dt="2022-12-01T17:51:18.101" v="0" actId="729"/>
        <pc:sldMkLst>
          <pc:docMk/>
          <pc:sldMk cId="2226954716" sldId="1072"/>
        </pc:sldMkLst>
      </pc:sldChg>
      <pc:sldChg chg="mod modShow">
        <pc:chgData name="Anna Bolen -X (abolen - UNICON INC at Cisco)" userId="8fcf5b57-97b6-40ce-9683-275924855fa8" providerId="ADAL" clId="{D1860837-1F8D-4778-8BCA-B16E98D9243A}" dt="2022-12-01T17:51:18.101" v="0" actId="729"/>
        <pc:sldMkLst>
          <pc:docMk/>
          <pc:sldMk cId="1386249813" sldId="1073"/>
        </pc:sldMkLst>
      </pc:sldChg>
    </pc:docChg>
  </pc:docChgLst>
  <pc:docChgLst>
    <pc:chgData name="Angela Robbins" userId="S::angela.robbins_elearningdoc.com#ext#@cisco.onmicrosoft.com::e406273b-12cd-460d-a763-85132e1718ac" providerId="AD" clId="Web-{9024C9D6-765E-44C6-AA6E-B0915CA91F3C}"/>
    <pc:docChg chg="addSld modSld sldOrd">
      <pc:chgData name="Angela Robbins" userId="S::angela.robbins_elearningdoc.com#ext#@cisco.onmicrosoft.com::e406273b-12cd-460d-a763-85132e1718ac" providerId="AD" clId="Web-{9024C9D6-765E-44C6-AA6E-B0915CA91F3C}" dt="2022-10-17T18:52:44.693" v="106"/>
      <pc:docMkLst>
        <pc:docMk/>
      </pc:docMkLst>
      <pc:sldChg chg="modSp">
        <pc:chgData name="Angela Robbins" userId="S::angela.robbins_elearningdoc.com#ext#@cisco.onmicrosoft.com::e406273b-12cd-460d-a763-85132e1718ac" providerId="AD" clId="Web-{9024C9D6-765E-44C6-AA6E-B0915CA91F3C}" dt="2022-10-17T18:01:37.861" v="21" actId="20577"/>
        <pc:sldMkLst>
          <pc:docMk/>
          <pc:sldMk cId="0" sldId="264"/>
        </pc:sldMkLst>
        <pc:spChg chg="mod">
          <ac:chgData name="Angela Robbins" userId="S::angela.robbins_elearningdoc.com#ext#@cisco.onmicrosoft.com::e406273b-12cd-460d-a763-85132e1718ac" providerId="AD" clId="Web-{9024C9D6-765E-44C6-AA6E-B0915CA91F3C}" dt="2022-10-17T18:01:35.048" v="20" actId="1076"/>
          <ac:spMkLst>
            <pc:docMk/>
            <pc:sldMk cId="0" sldId="264"/>
            <ac:spMk id="2" creationId="{00000000-0000-0000-0000-000000000000}"/>
          </ac:spMkLst>
        </pc:spChg>
        <pc:spChg chg="mod">
          <ac:chgData name="Angela Robbins" userId="S::angela.robbins_elearningdoc.com#ext#@cisco.onmicrosoft.com::e406273b-12cd-460d-a763-85132e1718ac" providerId="AD" clId="Web-{9024C9D6-765E-44C6-AA6E-B0915CA91F3C}" dt="2022-10-17T18:01:32.970" v="19" actId="1076"/>
          <ac:spMkLst>
            <pc:docMk/>
            <pc:sldMk cId="0" sldId="264"/>
            <ac:spMk id="3" creationId="{00000000-0000-0000-0000-000000000000}"/>
          </ac:spMkLst>
        </pc:spChg>
        <pc:spChg chg="mod">
          <ac:chgData name="Angela Robbins" userId="S::angela.robbins_elearningdoc.com#ext#@cisco.onmicrosoft.com::e406273b-12cd-460d-a763-85132e1718ac" providerId="AD" clId="Web-{9024C9D6-765E-44C6-AA6E-B0915CA91F3C}" dt="2022-10-17T18:01:37.861" v="21" actId="20577"/>
          <ac:spMkLst>
            <pc:docMk/>
            <pc:sldMk cId="0" sldId="264"/>
            <ac:spMk id="5" creationId="{00000000-0000-0000-0000-000000000000}"/>
          </ac:spMkLst>
        </pc:spChg>
      </pc:sldChg>
      <pc:sldChg chg="modSp">
        <pc:chgData name="Angela Robbins" userId="S::angela.robbins_elearningdoc.com#ext#@cisco.onmicrosoft.com::e406273b-12cd-460d-a763-85132e1718ac" providerId="AD" clId="Web-{9024C9D6-765E-44C6-AA6E-B0915CA91F3C}" dt="2022-10-17T18:05:33.844" v="44" actId="1076"/>
        <pc:sldMkLst>
          <pc:docMk/>
          <pc:sldMk cId="0" sldId="265"/>
        </pc:sldMkLst>
        <pc:graphicFrameChg chg="mod">
          <ac:chgData name="Angela Robbins" userId="S::angela.robbins_elearningdoc.com#ext#@cisco.onmicrosoft.com::e406273b-12cd-460d-a763-85132e1718ac" providerId="AD" clId="Web-{9024C9D6-765E-44C6-AA6E-B0915CA91F3C}" dt="2022-10-17T18:05:33.844" v="44" actId="1076"/>
          <ac:graphicFrameMkLst>
            <pc:docMk/>
            <pc:sldMk cId="0" sldId="265"/>
            <ac:graphicFrameMk id="11" creationId="{00000000-0000-0000-0000-000000000000}"/>
          </ac:graphicFrameMkLst>
        </pc:graphicFrameChg>
      </pc:sldChg>
      <pc:sldChg chg="modSp">
        <pc:chgData name="Angela Robbins" userId="S::angela.robbins_elearningdoc.com#ext#@cisco.onmicrosoft.com::e406273b-12cd-460d-a763-85132e1718ac" providerId="AD" clId="Web-{9024C9D6-765E-44C6-AA6E-B0915CA91F3C}" dt="2022-10-17T18:05:43.079" v="45" actId="1076"/>
        <pc:sldMkLst>
          <pc:docMk/>
          <pc:sldMk cId="0" sldId="267"/>
        </pc:sldMkLst>
        <pc:graphicFrameChg chg="mod">
          <ac:chgData name="Angela Robbins" userId="S::angela.robbins_elearningdoc.com#ext#@cisco.onmicrosoft.com::e406273b-12cd-460d-a763-85132e1718ac" providerId="AD" clId="Web-{9024C9D6-765E-44C6-AA6E-B0915CA91F3C}" dt="2022-10-17T18:05:43.079" v="45" actId="1076"/>
          <ac:graphicFrameMkLst>
            <pc:docMk/>
            <pc:sldMk cId="0" sldId="267"/>
            <ac:graphicFrameMk id="13" creationId="{00000000-0000-0000-0000-000000000000}"/>
          </ac:graphicFrameMkLst>
        </pc:graphicFrameChg>
      </pc:sldChg>
      <pc:sldChg chg="modSp">
        <pc:chgData name="Angela Robbins" userId="S::angela.robbins_elearningdoc.com#ext#@cisco.onmicrosoft.com::e406273b-12cd-460d-a763-85132e1718ac" providerId="AD" clId="Web-{9024C9D6-765E-44C6-AA6E-B0915CA91F3C}" dt="2022-10-17T18:05:53.392" v="46" actId="1076"/>
        <pc:sldMkLst>
          <pc:docMk/>
          <pc:sldMk cId="0" sldId="270"/>
        </pc:sldMkLst>
        <pc:graphicFrameChg chg="mod">
          <ac:chgData name="Angela Robbins" userId="S::angela.robbins_elearningdoc.com#ext#@cisco.onmicrosoft.com::e406273b-12cd-460d-a763-85132e1718ac" providerId="AD" clId="Web-{9024C9D6-765E-44C6-AA6E-B0915CA91F3C}" dt="2022-10-17T18:05:53.392" v="46" actId="1076"/>
          <ac:graphicFrameMkLst>
            <pc:docMk/>
            <pc:sldMk cId="0" sldId="270"/>
            <ac:graphicFrameMk id="16" creationId="{00000000-0000-0000-0000-000000000000}"/>
          </ac:graphicFrameMkLst>
        </pc:graphicFrameChg>
      </pc:sldChg>
      <pc:sldChg chg="modSp">
        <pc:chgData name="Angela Robbins" userId="S::angela.robbins_elearningdoc.com#ext#@cisco.onmicrosoft.com::e406273b-12cd-460d-a763-85132e1718ac" providerId="AD" clId="Web-{9024C9D6-765E-44C6-AA6E-B0915CA91F3C}" dt="2022-10-17T18:01:10.765" v="17" actId="20577"/>
        <pc:sldMkLst>
          <pc:docMk/>
          <pc:sldMk cId="1035911048" sldId="287"/>
        </pc:sldMkLst>
        <pc:spChg chg="mod">
          <ac:chgData name="Angela Robbins" userId="S::angela.robbins_elearningdoc.com#ext#@cisco.onmicrosoft.com::e406273b-12cd-460d-a763-85132e1718ac" providerId="AD" clId="Web-{9024C9D6-765E-44C6-AA6E-B0915CA91F3C}" dt="2022-10-17T18:01:10.765" v="17" actId="20577"/>
          <ac:spMkLst>
            <pc:docMk/>
            <pc:sldMk cId="1035911048" sldId="287"/>
            <ac:spMk id="5" creationId="{9E636BEB-E9E9-21DD-376E-4E7E1686A4F4}"/>
          </ac:spMkLst>
        </pc:spChg>
      </pc:sldChg>
      <pc:sldChg chg="modSp add ord">
        <pc:chgData name="Angela Robbins" userId="S::angela.robbins_elearningdoc.com#ext#@cisco.onmicrosoft.com::e406273b-12cd-460d-a763-85132e1718ac" providerId="AD" clId="Web-{9024C9D6-765E-44C6-AA6E-B0915CA91F3C}" dt="2022-10-17T18:52:44.693" v="106"/>
        <pc:sldMkLst>
          <pc:docMk/>
          <pc:sldMk cId="1223873037" sldId="300"/>
        </pc:sldMkLst>
        <pc:spChg chg="mod">
          <ac:chgData name="Angela Robbins" userId="S::angela.robbins_elearningdoc.com#ext#@cisco.onmicrosoft.com::e406273b-12cd-460d-a763-85132e1718ac" providerId="AD" clId="Web-{9024C9D6-765E-44C6-AA6E-B0915CA91F3C}" dt="2022-10-17T17:59:21.290" v="9" actId="20577"/>
          <ac:spMkLst>
            <pc:docMk/>
            <pc:sldMk cId="1223873037" sldId="300"/>
            <ac:spMk id="56321" creationId="{00000000-0000-0000-0000-000000000000}"/>
          </ac:spMkLst>
        </pc:spChg>
        <pc:graphicFrameChg chg="mod modGraphic">
          <ac:chgData name="Angela Robbins" userId="S::angela.robbins_elearningdoc.com#ext#@cisco.onmicrosoft.com::e406273b-12cd-460d-a763-85132e1718ac" providerId="AD" clId="Web-{9024C9D6-765E-44C6-AA6E-B0915CA91F3C}" dt="2022-10-17T18:52:44.693" v="106"/>
          <ac:graphicFrameMkLst>
            <pc:docMk/>
            <pc:sldMk cId="1223873037" sldId="300"/>
            <ac:graphicFrameMk id="3" creationId="{00000000-0000-0000-0000-000000000000}"/>
          </ac:graphicFrameMkLst>
        </pc:graphicFrameChg>
      </pc:sldChg>
      <pc:sldChg chg="add">
        <pc:chgData name="Angela Robbins" userId="S::angela.robbins_elearningdoc.com#ext#@cisco.onmicrosoft.com::e406273b-12cd-460d-a763-85132e1718ac" providerId="AD" clId="Web-{9024C9D6-765E-44C6-AA6E-B0915CA91F3C}" dt="2022-10-17T17:32:58.566" v="2"/>
        <pc:sldMkLst>
          <pc:docMk/>
          <pc:sldMk cId="3476048694" sldId="301"/>
        </pc:sldMkLst>
      </pc:sldChg>
    </pc:docChg>
  </pc:docChgLst>
  <pc:docChgLst>
    <pc:chgData name="Cláudia Naumann" userId="S::naumann_nce.ufrj.br#ext#@cisco.onmicrosoft.com::2c14c15b-0266-4182-83e5-84c7c06e2959" providerId="AD" clId="Web-{E2BCD231-EC2B-16B6-4E37-FD3A2307786B}"/>
    <pc:docChg chg="addSld modSld">
      <pc:chgData name="Cláudia Naumann" userId="S::naumann_nce.ufrj.br#ext#@cisco.onmicrosoft.com::2c14c15b-0266-4182-83e5-84c7c06e2959" providerId="AD" clId="Web-{E2BCD231-EC2B-16B6-4E37-FD3A2307786B}" dt="2022-11-01T17:47:01.006" v="859" actId="20577"/>
      <pc:docMkLst>
        <pc:docMk/>
      </pc:docMkLst>
      <pc:sldChg chg="modSp">
        <pc:chgData name="Cláudia Naumann" userId="S::naumann_nce.ufrj.br#ext#@cisco.onmicrosoft.com::2c14c15b-0266-4182-83e5-84c7c06e2959" providerId="AD" clId="Web-{E2BCD231-EC2B-16B6-4E37-FD3A2307786B}" dt="2022-11-01T17:47:01.006" v="859" actId="20577"/>
        <pc:sldMkLst>
          <pc:docMk/>
          <pc:sldMk cId="174566605" sldId="286"/>
        </pc:sldMkLst>
        <pc:spChg chg="mod">
          <ac:chgData name="Cláudia Naumann" userId="S::naumann_nce.ufrj.br#ext#@cisco.onmicrosoft.com::2c14c15b-0266-4182-83e5-84c7c06e2959" providerId="AD" clId="Web-{E2BCD231-EC2B-16B6-4E37-FD3A2307786B}" dt="2022-11-01T17:47:01.006" v="859" actId="20577"/>
          <ac:spMkLst>
            <pc:docMk/>
            <pc:sldMk cId="174566605" sldId="286"/>
            <ac:spMk id="4099" creationId="{00000000-0000-0000-0000-000000000000}"/>
          </ac:spMkLst>
        </pc:spChg>
      </pc:sldChg>
      <pc:sldChg chg="modSp">
        <pc:chgData name="Cláudia Naumann" userId="S::naumann_nce.ufrj.br#ext#@cisco.onmicrosoft.com::2c14c15b-0266-4182-83e5-84c7c06e2959" providerId="AD" clId="Web-{E2BCD231-EC2B-16B6-4E37-FD3A2307786B}" dt="2022-11-01T17:33:57.887" v="391" actId="20577"/>
        <pc:sldMkLst>
          <pc:docMk/>
          <pc:sldMk cId="35399145" sldId="307"/>
        </pc:sldMkLst>
        <pc:spChg chg="mod">
          <ac:chgData name="Cláudia Naumann" userId="S::naumann_nce.ufrj.br#ext#@cisco.onmicrosoft.com::2c14c15b-0266-4182-83e5-84c7c06e2959" providerId="AD" clId="Web-{E2BCD231-EC2B-16B6-4E37-FD3A2307786B}" dt="2022-11-01T17:33:57.887" v="391" actId="20577"/>
          <ac:spMkLst>
            <pc:docMk/>
            <pc:sldMk cId="35399145" sldId="307"/>
            <ac:spMk id="3" creationId="{00000000-0000-0000-0000-000000000000}"/>
          </ac:spMkLst>
        </pc:spChg>
      </pc:sldChg>
      <pc:sldChg chg="modSp add">
        <pc:chgData name="Cláudia Naumann" userId="S::naumann_nce.ufrj.br#ext#@cisco.onmicrosoft.com::2c14c15b-0266-4182-83e5-84c7c06e2959" providerId="AD" clId="Web-{E2BCD231-EC2B-16B6-4E37-FD3A2307786B}" dt="2022-11-01T17:46:48.319" v="857" actId="20577"/>
        <pc:sldMkLst>
          <pc:docMk/>
          <pc:sldMk cId="180591715" sldId="315"/>
        </pc:sldMkLst>
        <pc:spChg chg="mod">
          <ac:chgData name="Cláudia Naumann" userId="S::naumann_nce.ufrj.br#ext#@cisco.onmicrosoft.com::2c14c15b-0266-4182-83e5-84c7c06e2959" providerId="AD" clId="Web-{E2BCD231-EC2B-16B6-4E37-FD3A2307786B}" dt="2022-11-01T17:26:02.887" v="100" actId="20577"/>
          <ac:spMkLst>
            <pc:docMk/>
            <pc:sldMk cId="180591715" sldId="315"/>
            <ac:spMk id="2" creationId="{00000000-0000-0000-0000-000000000000}"/>
          </ac:spMkLst>
        </pc:spChg>
        <pc:spChg chg="mod">
          <ac:chgData name="Cláudia Naumann" userId="S::naumann_nce.ufrj.br#ext#@cisco.onmicrosoft.com::2c14c15b-0266-4182-83e5-84c7c06e2959" providerId="AD" clId="Web-{E2BCD231-EC2B-16B6-4E37-FD3A2307786B}" dt="2022-11-01T17:46:48.319" v="857" actId="20577"/>
          <ac:spMkLst>
            <pc:docMk/>
            <pc:sldMk cId="180591715" sldId="315"/>
            <ac:spMk id="3" creationId="{00000000-0000-0000-0000-000000000000}"/>
          </ac:spMkLst>
        </pc:spChg>
      </pc:sldChg>
    </pc:docChg>
  </pc:docChgLst>
  <pc:docChgLst>
    <pc:chgData name="Cláudia Naumann" userId="S::naumann_nce.ufrj.br#ext#@cisco.onmicrosoft.com::2c14c15b-0266-4182-83e5-84c7c06e2959" providerId="AD" clId="Web-{5607E616-6367-3593-48E4-9D50DCA8C537}"/>
    <pc:docChg chg="modSld">
      <pc:chgData name="Cláudia Naumann" userId="S::naumann_nce.ufrj.br#ext#@cisco.onmicrosoft.com::2c14c15b-0266-4182-83e5-84c7c06e2959" providerId="AD" clId="Web-{5607E616-6367-3593-48E4-9D50DCA8C537}" dt="2022-11-01T01:38:08.151" v="211"/>
      <pc:docMkLst>
        <pc:docMk/>
      </pc:docMkLst>
      <pc:sldChg chg="addSp delSp modSp modCm">
        <pc:chgData name="Cláudia Naumann" userId="S::naumann_nce.ufrj.br#ext#@cisco.onmicrosoft.com::2c14c15b-0266-4182-83e5-84c7c06e2959" providerId="AD" clId="Web-{5607E616-6367-3593-48E4-9D50DCA8C537}" dt="2022-11-01T01:38:08.151" v="211"/>
        <pc:sldMkLst>
          <pc:docMk/>
          <pc:sldMk cId="1223873037" sldId="300"/>
        </pc:sldMkLst>
        <pc:spChg chg="add mod">
          <ac:chgData name="Cláudia Naumann" userId="S::naumann_nce.ufrj.br#ext#@cisco.onmicrosoft.com::2c14c15b-0266-4182-83e5-84c7c06e2959" providerId="AD" clId="Web-{5607E616-6367-3593-48E4-9D50DCA8C537}" dt="2022-11-01T01:37:52.931" v="210" actId="14100"/>
          <ac:spMkLst>
            <pc:docMk/>
            <pc:sldMk cId="1223873037" sldId="300"/>
            <ac:spMk id="4" creationId="{1FEE8948-588C-EA03-3755-7F05D90C4718}"/>
          </ac:spMkLst>
        </pc:spChg>
        <pc:graphicFrameChg chg="del mod modGraphic">
          <ac:chgData name="Cláudia Naumann" userId="S::naumann_nce.ufrj.br#ext#@cisco.onmicrosoft.com::2c14c15b-0266-4182-83e5-84c7c06e2959" providerId="AD" clId="Web-{5607E616-6367-3593-48E4-9D50DCA8C537}" dt="2022-11-01T01:37:35.556" v="202"/>
          <ac:graphicFrameMkLst>
            <pc:docMk/>
            <pc:sldMk cId="1223873037" sldId="300"/>
            <ac:graphicFrameMk id="3" creationId="{00000000-0000-0000-0000-000000000000}"/>
          </ac:graphicFrameMkLst>
        </pc:graphicFrameChg>
      </pc:sldChg>
    </pc:docChg>
  </pc:docChgLst>
  <pc:docChgLst>
    <pc:chgData name="Angela Robbins" userId="S::angela.robbins_elearningdoc.com#ext#@cisco.onmicrosoft.com::e406273b-12cd-460d-a763-85132e1718ac" providerId="AD" clId="Web-{E061633B-3EF9-4C79-9C63-04575BEC98E1}"/>
    <pc:docChg chg="addSld modSld">
      <pc:chgData name="Angela Robbins" userId="S::angela.robbins_elearningdoc.com#ext#@cisco.onmicrosoft.com::e406273b-12cd-460d-a763-85132e1718ac" providerId="AD" clId="Web-{E061633B-3EF9-4C79-9C63-04575BEC98E1}" dt="2022-10-14T20:11:34.072" v="375" actId="1076"/>
      <pc:docMkLst>
        <pc:docMk/>
      </pc:docMkLst>
      <pc:sldChg chg="addSp delSp modSp">
        <pc:chgData name="Angela Robbins" userId="S::angela.robbins_elearningdoc.com#ext#@cisco.onmicrosoft.com::e406273b-12cd-460d-a763-85132e1718ac" providerId="AD" clId="Web-{E061633B-3EF9-4C79-9C63-04575BEC98E1}" dt="2022-10-14T18:59:46.014" v="11" actId="1076"/>
        <pc:sldMkLst>
          <pc:docMk/>
          <pc:sldMk cId="0" sldId="259"/>
        </pc:sldMkLst>
        <pc:spChg chg="del mod">
          <ac:chgData name="Angela Robbins" userId="S::angela.robbins_elearningdoc.com#ext#@cisco.onmicrosoft.com::e406273b-12cd-460d-a763-85132e1718ac" providerId="AD" clId="Web-{E061633B-3EF9-4C79-9C63-04575BEC98E1}" dt="2022-10-14T18:58:50.869" v="2"/>
          <ac:spMkLst>
            <pc:docMk/>
            <pc:sldMk cId="0" sldId="259"/>
            <ac:spMk id="2" creationId="{00000000-0000-0000-0000-000000000000}"/>
          </ac:spMkLst>
        </pc:spChg>
        <pc:spChg chg="del">
          <ac:chgData name="Angela Robbins" userId="S::angela.robbins_elearningdoc.com#ext#@cisco.onmicrosoft.com::e406273b-12cd-460d-a763-85132e1718ac" providerId="AD" clId="Web-{E061633B-3EF9-4C79-9C63-04575BEC98E1}" dt="2022-10-14T18:58:48.041" v="0"/>
          <ac:spMkLst>
            <pc:docMk/>
            <pc:sldMk cId="0" sldId="259"/>
            <ac:spMk id="3" creationId="{00000000-0000-0000-0000-000000000000}"/>
          </ac:spMkLst>
        </pc:spChg>
        <pc:spChg chg="add del mod">
          <ac:chgData name="Angela Robbins" userId="S::angela.robbins_elearningdoc.com#ext#@cisco.onmicrosoft.com::e406273b-12cd-460d-a763-85132e1718ac" providerId="AD" clId="Web-{E061633B-3EF9-4C79-9C63-04575BEC98E1}" dt="2022-10-14T18:58:53.229" v="3"/>
          <ac:spMkLst>
            <pc:docMk/>
            <pc:sldMk cId="0" sldId="259"/>
            <ac:spMk id="5" creationId="{F418A0E7-F96F-36B0-E98E-7F3DBB6DA942}"/>
          </ac:spMkLst>
        </pc:spChg>
        <pc:spChg chg="add del">
          <ac:chgData name="Angela Robbins" userId="S::angela.robbins_elearningdoc.com#ext#@cisco.onmicrosoft.com::e406273b-12cd-460d-a763-85132e1718ac" providerId="AD" clId="Web-{E061633B-3EF9-4C79-9C63-04575BEC98E1}" dt="2022-10-14T18:58:58.948" v="5"/>
          <ac:spMkLst>
            <pc:docMk/>
            <pc:sldMk cId="0" sldId="259"/>
            <ac:spMk id="6" creationId="{DCF41C3F-43F8-7180-EFC0-B273843C466C}"/>
          </ac:spMkLst>
        </pc:spChg>
        <pc:spChg chg="add del">
          <ac:chgData name="Angela Robbins" userId="S::angela.robbins_elearningdoc.com#ext#@cisco.onmicrosoft.com::e406273b-12cd-460d-a763-85132e1718ac" providerId="AD" clId="Web-{E061633B-3EF9-4C79-9C63-04575BEC98E1}" dt="2022-10-14T18:58:58.948" v="5"/>
          <ac:spMkLst>
            <pc:docMk/>
            <pc:sldMk cId="0" sldId="259"/>
            <ac:spMk id="7" creationId="{D9AD8783-89AD-7F1E-F5DF-3A9A526AFB68}"/>
          </ac:spMkLst>
        </pc:spChg>
        <pc:spChg chg="add del">
          <ac:chgData name="Angela Robbins" userId="S::angela.robbins_elearningdoc.com#ext#@cisco.onmicrosoft.com::e406273b-12cd-460d-a763-85132e1718ac" providerId="AD" clId="Web-{E061633B-3EF9-4C79-9C63-04575BEC98E1}" dt="2022-10-14T18:59:11.777" v="7"/>
          <ac:spMkLst>
            <pc:docMk/>
            <pc:sldMk cId="0" sldId="259"/>
            <ac:spMk id="8" creationId="{95B013F2-AD45-0AFC-4725-8FC5EEED3541}"/>
          </ac:spMkLst>
        </pc:spChg>
        <pc:spChg chg="add del">
          <ac:chgData name="Angela Robbins" userId="S::angela.robbins_elearningdoc.com#ext#@cisco.onmicrosoft.com::e406273b-12cd-460d-a763-85132e1718ac" providerId="AD" clId="Web-{E061633B-3EF9-4C79-9C63-04575BEC98E1}" dt="2022-10-14T18:59:11.777" v="7"/>
          <ac:spMkLst>
            <pc:docMk/>
            <pc:sldMk cId="0" sldId="259"/>
            <ac:spMk id="9" creationId="{5B692433-D6A0-88F2-B994-70778F7217EB}"/>
          </ac:spMkLst>
        </pc:spChg>
        <pc:spChg chg="add">
          <ac:chgData name="Angela Robbins" userId="S::angela.robbins_elearningdoc.com#ext#@cisco.onmicrosoft.com::e406273b-12cd-460d-a763-85132e1718ac" providerId="AD" clId="Web-{E061633B-3EF9-4C79-9C63-04575BEC98E1}" dt="2022-10-14T18:59:19.090" v="8"/>
          <ac:spMkLst>
            <pc:docMk/>
            <pc:sldMk cId="0" sldId="259"/>
            <ac:spMk id="10" creationId="{E0570E17-395C-B7D3-56F8-009E6B96E258}"/>
          </ac:spMkLst>
        </pc:spChg>
        <pc:spChg chg="add">
          <ac:chgData name="Angela Robbins" userId="S::angela.robbins_elearningdoc.com#ext#@cisco.onmicrosoft.com::e406273b-12cd-460d-a763-85132e1718ac" providerId="AD" clId="Web-{E061633B-3EF9-4C79-9C63-04575BEC98E1}" dt="2022-10-14T18:59:25.356" v="9"/>
          <ac:spMkLst>
            <pc:docMk/>
            <pc:sldMk cId="0" sldId="259"/>
            <ac:spMk id="11" creationId="{AEBF9704-6EE7-3519-0E2E-479D6F866901}"/>
          </ac:spMkLst>
        </pc:spChg>
        <pc:graphicFrameChg chg="add mod">
          <ac:chgData name="Angela Robbins" userId="S::angela.robbins_elearningdoc.com#ext#@cisco.onmicrosoft.com::e406273b-12cd-460d-a763-85132e1718ac" providerId="AD" clId="Web-{E061633B-3EF9-4C79-9C63-04575BEC98E1}" dt="2022-10-14T18:59:46.014" v="11" actId="1076"/>
          <ac:graphicFrameMkLst>
            <pc:docMk/>
            <pc:sldMk cId="0" sldId="259"/>
            <ac:graphicFrameMk id="13" creationId="{9AD25B0F-E88C-1027-B5F1-D0D022D35074}"/>
          </ac:graphicFrameMkLst>
        </pc:graphicFrameChg>
      </pc:sldChg>
      <pc:sldChg chg="modSp">
        <pc:chgData name="Angela Robbins" userId="S::angela.robbins_elearningdoc.com#ext#@cisco.onmicrosoft.com::e406273b-12cd-460d-a763-85132e1718ac" providerId="AD" clId="Web-{E061633B-3EF9-4C79-9C63-04575BEC98E1}" dt="2022-10-14T19:22:27.622" v="26" actId="20577"/>
        <pc:sldMkLst>
          <pc:docMk/>
          <pc:sldMk cId="0" sldId="264"/>
        </pc:sldMkLst>
        <pc:spChg chg="mod">
          <ac:chgData name="Angela Robbins" userId="S::angela.robbins_elearningdoc.com#ext#@cisco.onmicrosoft.com::e406273b-12cd-460d-a763-85132e1718ac" providerId="AD" clId="Web-{E061633B-3EF9-4C79-9C63-04575BEC98E1}" dt="2022-10-14T19:22:27.622" v="26" actId="20577"/>
          <ac:spMkLst>
            <pc:docMk/>
            <pc:sldMk cId="0" sldId="264"/>
            <ac:spMk id="5" creationId="{00000000-0000-0000-0000-000000000000}"/>
          </ac:spMkLst>
        </pc:spChg>
      </pc:sldChg>
      <pc:sldChg chg="modSp">
        <pc:chgData name="Angela Robbins" userId="S::angela.robbins_elearningdoc.com#ext#@cisco.onmicrosoft.com::e406273b-12cd-460d-a763-85132e1718ac" providerId="AD" clId="Web-{E061633B-3EF9-4C79-9C63-04575BEC98E1}" dt="2022-10-14T19:25:22.962" v="42" actId="1076"/>
        <pc:sldMkLst>
          <pc:docMk/>
          <pc:sldMk cId="0" sldId="266"/>
        </pc:sldMkLst>
        <pc:spChg chg="mod">
          <ac:chgData name="Angela Robbins" userId="S::angela.robbins_elearningdoc.com#ext#@cisco.onmicrosoft.com::e406273b-12cd-460d-a763-85132e1718ac" providerId="AD" clId="Web-{E061633B-3EF9-4C79-9C63-04575BEC98E1}" dt="2022-10-14T19:25:22.962" v="42" actId="1076"/>
          <ac:spMkLst>
            <pc:docMk/>
            <pc:sldMk cId="0" sldId="266"/>
            <ac:spMk id="5" creationId="{00000000-0000-0000-0000-000000000000}"/>
          </ac:spMkLst>
        </pc:spChg>
      </pc:sldChg>
      <pc:sldChg chg="modSp">
        <pc:chgData name="Angela Robbins" userId="S::angela.robbins_elearningdoc.com#ext#@cisco.onmicrosoft.com::e406273b-12cd-460d-a763-85132e1718ac" providerId="AD" clId="Web-{E061633B-3EF9-4C79-9C63-04575BEC98E1}" dt="2022-10-14T19:38:58.548" v="94" actId="20577"/>
        <pc:sldMkLst>
          <pc:docMk/>
          <pc:sldMk cId="0" sldId="272"/>
        </pc:sldMkLst>
        <pc:spChg chg="mod">
          <ac:chgData name="Angela Robbins" userId="S::angela.robbins_elearningdoc.com#ext#@cisco.onmicrosoft.com::e406273b-12cd-460d-a763-85132e1718ac" providerId="AD" clId="Web-{E061633B-3EF9-4C79-9C63-04575BEC98E1}" dt="2022-10-14T19:38:58.548" v="94" actId="20577"/>
          <ac:spMkLst>
            <pc:docMk/>
            <pc:sldMk cId="0" sldId="272"/>
            <ac:spMk id="5" creationId="{00000000-0000-0000-0000-000000000000}"/>
          </ac:spMkLst>
        </pc:spChg>
      </pc:sldChg>
      <pc:sldChg chg="addSp modSp">
        <pc:chgData name="Angela Robbins" userId="S::angela.robbins_elearningdoc.com#ext#@cisco.onmicrosoft.com::e406273b-12cd-460d-a763-85132e1718ac" providerId="AD" clId="Web-{E061633B-3EF9-4C79-9C63-04575BEC98E1}" dt="2022-10-14T19:41:38.340" v="113" actId="1076"/>
        <pc:sldMkLst>
          <pc:docMk/>
          <pc:sldMk cId="0" sldId="273"/>
        </pc:sldMkLst>
        <pc:spChg chg="mod">
          <ac:chgData name="Angela Robbins" userId="S::angela.robbins_elearningdoc.com#ext#@cisco.onmicrosoft.com::e406273b-12cd-460d-a763-85132e1718ac" providerId="AD" clId="Web-{E061633B-3EF9-4C79-9C63-04575BEC98E1}" dt="2022-10-14T19:39:52.974" v="100" actId="1076"/>
          <ac:spMkLst>
            <pc:docMk/>
            <pc:sldMk cId="0" sldId="273"/>
            <ac:spMk id="2" creationId="{00000000-0000-0000-0000-000000000000}"/>
          </ac:spMkLst>
        </pc:spChg>
        <pc:spChg chg="mod">
          <ac:chgData name="Angela Robbins" userId="S::angela.robbins_elearningdoc.com#ext#@cisco.onmicrosoft.com::e406273b-12cd-460d-a763-85132e1718ac" providerId="AD" clId="Web-{E061633B-3EF9-4C79-9C63-04575BEC98E1}" dt="2022-10-14T19:39:50.005" v="99" actId="1076"/>
          <ac:spMkLst>
            <pc:docMk/>
            <pc:sldMk cId="0" sldId="273"/>
            <ac:spMk id="3" creationId="{00000000-0000-0000-0000-000000000000}"/>
          </ac:spMkLst>
        </pc:spChg>
        <pc:spChg chg="mod">
          <ac:chgData name="Angela Robbins" userId="S::angela.robbins_elearningdoc.com#ext#@cisco.onmicrosoft.com::e406273b-12cd-460d-a763-85132e1718ac" providerId="AD" clId="Web-{E061633B-3EF9-4C79-9C63-04575BEC98E1}" dt="2022-10-14T19:39:45.161" v="97" actId="1076"/>
          <ac:spMkLst>
            <pc:docMk/>
            <pc:sldMk cId="0" sldId="273"/>
            <ac:spMk id="5" creationId="{00000000-0000-0000-0000-000000000000}"/>
          </ac:spMkLst>
        </pc:spChg>
        <pc:picChg chg="add mod modCrop">
          <ac:chgData name="Angela Robbins" userId="S::angela.robbins_elearningdoc.com#ext#@cisco.onmicrosoft.com::e406273b-12cd-460d-a763-85132e1718ac" providerId="AD" clId="Web-{E061633B-3EF9-4C79-9C63-04575BEC98E1}" dt="2022-10-14T19:41:38.340" v="113" actId="1076"/>
          <ac:picMkLst>
            <pc:docMk/>
            <pc:sldMk cId="0" sldId="273"/>
            <ac:picMk id="4" creationId="{D8BD7C88-FB12-F586-72B8-5747BEFDA783}"/>
          </ac:picMkLst>
        </pc:picChg>
      </pc:sldChg>
      <pc:sldChg chg="addSp delSp modSp">
        <pc:chgData name="Angela Robbins" userId="S::angela.robbins_elearningdoc.com#ext#@cisco.onmicrosoft.com::e406273b-12cd-460d-a763-85132e1718ac" providerId="AD" clId="Web-{E061633B-3EF9-4C79-9C63-04575BEC98E1}" dt="2022-10-14T19:44:28.118" v="123"/>
        <pc:sldMkLst>
          <pc:docMk/>
          <pc:sldMk cId="0" sldId="274"/>
        </pc:sldMkLst>
        <pc:spChg chg="mod">
          <ac:chgData name="Angela Robbins" userId="S::angela.robbins_elearningdoc.com#ext#@cisco.onmicrosoft.com::e406273b-12cd-460d-a763-85132e1718ac" providerId="AD" clId="Web-{E061633B-3EF9-4C79-9C63-04575BEC98E1}" dt="2022-10-14T19:43:17.878" v="118" actId="1076"/>
          <ac:spMkLst>
            <pc:docMk/>
            <pc:sldMk cId="0" sldId="274"/>
            <ac:spMk id="2" creationId="{00000000-0000-0000-0000-000000000000}"/>
          </ac:spMkLst>
        </pc:spChg>
        <pc:spChg chg="mod">
          <ac:chgData name="Angela Robbins" userId="S::angela.robbins_elearningdoc.com#ext#@cisco.onmicrosoft.com::e406273b-12cd-460d-a763-85132e1718ac" providerId="AD" clId="Web-{E061633B-3EF9-4C79-9C63-04575BEC98E1}" dt="2022-10-14T19:43:13.003" v="117" actId="1076"/>
          <ac:spMkLst>
            <pc:docMk/>
            <pc:sldMk cId="0" sldId="274"/>
            <ac:spMk id="3" creationId="{00000000-0000-0000-0000-000000000000}"/>
          </ac:spMkLst>
        </pc:spChg>
        <pc:spChg chg="add del mod">
          <ac:chgData name="Angela Robbins" userId="S::angela.robbins_elearningdoc.com#ext#@cisco.onmicrosoft.com::e406273b-12cd-460d-a763-85132e1718ac" providerId="AD" clId="Web-{E061633B-3EF9-4C79-9C63-04575BEC98E1}" dt="2022-10-14T19:44:28.118" v="123"/>
          <ac:spMkLst>
            <pc:docMk/>
            <pc:sldMk cId="0" sldId="274"/>
            <ac:spMk id="4" creationId="{AA0817C8-D226-53C0-C835-2F63FA620BDE}"/>
          </ac:spMkLst>
        </pc:spChg>
        <pc:spChg chg="mod">
          <ac:chgData name="Angela Robbins" userId="S::angela.robbins_elearningdoc.com#ext#@cisco.onmicrosoft.com::e406273b-12cd-460d-a763-85132e1718ac" providerId="AD" clId="Web-{E061633B-3EF9-4C79-9C63-04575BEC98E1}" dt="2022-10-14T19:43:10.409" v="116" actId="1076"/>
          <ac:spMkLst>
            <pc:docMk/>
            <pc:sldMk cId="0" sldId="274"/>
            <ac:spMk id="5" creationId="{00000000-0000-0000-0000-000000000000}"/>
          </ac:spMkLst>
        </pc:spChg>
      </pc:sldChg>
      <pc:sldChg chg="modSp">
        <pc:chgData name="Angela Robbins" userId="S::angela.robbins_elearningdoc.com#ext#@cisco.onmicrosoft.com::e406273b-12cd-460d-a763-85132e1718ac" providerId="AD" clId="Web-{E061633B-3EF9-4C79-9C63-04575BEC98E1}" dt="2022-10-14T19:52:48.886" v="194" actId="1076"/>
        <pc:sldMkLst>
          <pc:docMk/>
          <pc:sldMk cId="0" sldId="275"/>
        </pc:sldMkLst>
        <pc:spChg chg="mod">
          <ac:chgData name="Angela Robbins" userId="S::angela.robbins_elearningdoc.com#ext#@cisco.onmicrosoft.com::e406273b-12cd-460d-a763-85132e1718ac" providerId="AD" clId="Web-{E061633B-3EF9-4C79-9C63-04575BEC98E1}" dt="2022-10-14T19:52:43.651" v="193" actId="1076"/>
          <ac:spMkLst>
            <pc:docMk/>
            <pc:sldMk cId="0" sldId="275"/>
            <ac:spMk id="2" creationId="{00000000-0000-0000-0000-000000000000}"/>
          </ac:spMkLst>
        </pc:spChg>
        <pc:spChg chg="mod">
          <ac:chgData name="Angela Robbins" userId="S::angela.robbins_elearningdoc.com#ext#@cisco.onmicrosoft.com::e406273b-12cd-460d-a763-85132e1718ac" providerId="AD" clId="Web-{E061633B-3EF9-4C79-9C63-04575BEC98E1}" dt="2022-10-14T19:52:34.166" v="191" actId="1076"/>
          <ac:spMkLst>
            <pc:docMk/>
            <pc:sldMk cId="0" sldId="275"/>
            <ac:spMk id="3" creationId="{00000000-0000-0000-0000-000000000000}"/>
          </ac:spMkLst>
        </pc:spChg>
        <pc:spChg chg="mod">
          <ac:chgData name="Angela Robbins" userId="S::angela.robbins_elearningdoc.com#ext#@cisco.onmicrosoft.com::e406273b-12cd-460d-a763-85132e1718ac" providerId="AD" clId="Web-{E061633B-3EF9-4C79-9C63-04575BEC98E1}" dt="2022-10-14T19:52:48.886" v="194" actId="1076"/>
          <ac:spMkLst>
            <pc:docMk/>
            <pc:sldMk cId="0" sldId="275"/>
            <ac:spMk id="5" creationId="{00000000-0000-0000-0000-000000000000}"/>
          </ac:spMkLst>
        </pc:spChg>
      </pc:sldChg>
      <pc:sldChg chg="addSp modSp">
        <pc:chgData name="Angela Robbins" userId="S::angela.robbins_elearningdoc.com#ext#@cisco.onmicrosoft.com::e406273b-12cd-460d-a763-85132e1718ac" providerId="AD" clId="Web-{E061633B-3EF9-4C79-9C63-04575BEC98E1}" dt="2022-10-14T19:56:01.337" v="208" actId="1076"/>
        <pc:sldMkLst>
          <pc:docMk/>
          <pc:sldMk cId="0" sldId="277"/>
        </pc:sldMkLst>
        <pc:spChg chg="mod">
          <ac:chgData name="Angela Robbins" userId="S::angela.robbins_elearningdoc.com#ext#@cisco.onmicrosoft.com::e406273b-12cd-460d-a763-85132e1718ac" providerId="AD" clId="Web-{E061633B-3EF9-4C79-9C63-04575BEC98E1}" dt="2022-10-14T19:55:50.508" v="206" actId="1076"/>
          <ac:spMkLst>
            <pc:docMk/>
            <pc:sldMk cId="0" sldId="277"/>
            <ac:spMk id="5" creationId="{00000000-0000-0000-0000-000000000000}"/>
          </ac:spMkLst>
        </pc:spChg>
        <pc:picChg chg="add mod modCrop">
          <ac:chgData name="Angela Robbins" userId="S::angela.robbins_elearningdoc.com#ext#@cisco.onmicrosoft.com::e406273b-12cd-460d-a763-85132e1718ac" providerId="AD" clId="Web-{E061633B-3EF9-4C79-9C63-04575BEC98E1}" dt="2022-10-14T19:56:01.337" v="208" actId="1076"/>
          <ac:picMkLst>
            <pc:docMk/>
            <pc:sldMk cId="0" sldId="277"/>
            <ac:picMk id="4" creationId="{180C570D-648A-C472-547E-77865DA28D86}"/>
          </ac:picMkLst>
        </pc:picChg>
      </pc:sldChg>
      <pc:sldChg chg="modSp">
        <pc:chgData name="Angela Robbins" userId="S::angela.robbins_elearningdoc.com#ext#@cisco.onmicrosoft.com::e406273b-12cd-460d-a763-85132e1718ac" providerId="AD" clId="Web-{E061633B-3EF9-4C79-9C63-04575BEC98E1}" dt="2022-10-14T19:57:14.138" v="211" actId="1076"/>
        <pc:sldMkLst>
          <pc:docMk/>
          <pc:sldMk cId="0" sldId="278"/>
        </pc:sldMkLst>
        <pc:spChg chg="mod">
          <ac:chgData name="Angela Robbins" userId="S::angela.robbins_elearningdoc.com#ext#@cisco.onmicrosoft.com::e406273b-12cd-460d-a763-85132e1718ac" providerId="AD" clId="Web-{E061633B-3EF9-4C79-9C63-04575BEC98E1}" dt="2022-10-14T19:57:14.138" v="211" actId="1076"/>
          <ac:spMkLst>
            <pc:docMk/>
            <pc:sldMk cId="0" sldId="278"/>
            <ac:spMk id="5" creationId="{00000000-0000-0000-0000-000000000000}"/>
          </ac:spMkLst>
        </pc:spChg>
      </pc:sldChg>
      <pc:sldChg chg="modSp">
        <pc:chgData name="Angela Robbins" userId="S::angela.robbins_elearningdoc.com#ext#@cisco.onmicrosoft.com::e406273b-12cd-460d-a763-85132e1718ac" providerId="AD" clId="Web-{E061633B-3EF9-4C79-9C63-04575BEC98E1}" dt="2022-10-14T19:59:31.101" v="237" actId="1076"/>
        <pc:sldMkLst>
          <pc:docMk/>
          <pc:sldMk cId="0" sldId="279"/>
        </pc:sldMkLst>
        <pc:spChg chg="mod">
          <ac:chgData name="Angela Robbins" userId="S::angela.robbins_elearningdoc.com#ext#@cisco.onmicrosoft.com::e406273b-12cd-460d-a763-85132e1718ac" providerId="AD" clId="Web-{E061633B-3EF9-4C79-9C63-04575BEC98E1}" dt="2022-10-14T19:59:31.101" v="237" actId="1076"/>
          <ac:spMkLst>
            <pc:docMk/>
            <pc:sldMk cId="0" sldId="279"/>
            <ac:spMk id="2" creationId="{00000000-0000-0000-0000-000000000000}"/>
          </ac:spMkLst>
        </pc:spChg>
        <pc:spChg chg="mod">
          <ac:chgData name="Angela Robbins" userId="S::angela.robbins_elearningdoc.com#ext#@cisco.onmicrosoft.com::e406273b-12cd-460d-a763-85132e1718ac" providerId="AD" clId="Web-{E061633B-3EF9-4C79-9C63-04575BEC98E1}" dt="2022-10-14T19:59:28.741" v="236" actId="1076"/>
          <ac:spMkLst>
            <pc:docMk/>
            <pc:sldMk cId="0" sldId="279"/>
            <ac:spMk id="3" creationId="{00000000-0000-0000-0000-000000000000}"/>
          </ac:spMkLst>
        </pc:spChg>
        <pc:spChg chg="mod">
          <ac:chgData name="Angela Robbins" userId="S::angela.robbins_elearningdoc.com#ext#@cisco.onmicrosoft.com::e406273b-12cd-460d-a763-85132e1718ac" providerId="AD" clId="Web-{E061633B-3EF9-4C79-9C63-04575BEC98E1}" dt="2022-10-14T19:59:23.241" v="235" actId="20577"/>
          <ac:spMkLst>
            <pc:docMk/>
            <pc:sldMk cId="0" sldId="279"/>
            <ac:spMk id="5" creationId="{00000000-0000-0000-0000-000000000000}"/>
          </ac:spMkLst>
        </pc:spChg>
      </pc:sldChg>
      <pc:sldChg chg="modSp">
        <pc:chgData name="Angela Robbins" userId="S::angela.robbins_elearningdoc.com#ext#@cisco.onmicrosoft.com::e406273b-12cd-460d-a763-85132e1718ac" providerId="AD" clId="Web-{E061633B-3EF9-4C79-9C63-04575BEC98E1}" dt="2022-10-14T20:06:56.037" v="317" actId="1076"/>
        <pc:sldMkLst>
          <pc:docMk/>
          <pc:sldMk cId="0" sldId="280"/>
        </pc:sldMkLst>
        <pc:spChg chg="mod">
          <ac:chgData name="Angela Robbins" userId="S::angela.robbins_elearningdoc.com#ext#@cisco.onmicrosoft.com::e406273b-12cd-460d-a763-85132e1718ac" providerId="AD" clId="Web-{E061633B-3EF9-4C79-9C63-04575BEC98E1}" dt="2022-10-14T20:05:05.108" v="300" actId="1076"/>
          <ac:spMkLst>
            <pc:docMk/>
            <pc:sldMk cId="0" sldId="280"/>
            <ac:spMk id="2" creationId="{00000000-0000-0000-0000-000000000000}"/>
          </ac:spMkLst>
        </pc:spChg>
        <pc:spChg chg="mod">
          <ac:chgData name="Angela Robbins" userId="S::angela.robbins_elearningdoc.com#ext#@cisco.onmicrosoft.com::e406273b-12cd-460d-a763-85132e1718ac" providerId="AD" clId="Web-{E061633B-3EF9-4C79-9C63-04575BEC98E1}" dt="2022-10-14T20:05:01.873" v="299" actId="1076"/>
          <ac:spMkLst>
            <pc:docMk/>
            <pc:sldMk cId="0" sldId="280"/>
            <ac:spMk id="3" creationId="{00000000-0000-0000-0000-000000000000}"/>
          </ac:spMkLst>
        </pc:spChg>
        <pc:spChg chg="mod">
          <ac:chgData name="Angela Robbins" userId="S::angela.robbins_elearningdoc.com#ext#@cisco.onmicrosoft.com::e406273b-12cd-460d-a763-85132e1718ac" providerId="AD" clId="Web-{E061633B-3EF9-4C79-9C63-04575BEC98E1}" dt="2022-10-14T20:06:56.037" v="317" actId="1076"/>
          <ac:spMkLst>
            <pc:docMk/>
            <pc:sldMk cId="0" sldId="280"/>
            <ac:spMk id="5" creationId="{00000000-0000-0000-0000-000000000000}"/>
          </ac:spMkLst>
        </pc:spChg>
      </pc:sldChg>
      <pc:sldChg chg="modSp">
        <pc:chgData name="Angela Robbins" userId="S::angela.robbins_elearningdoc.com#ext#@cisco.onmicrosoft.com::e406273b-12cd-460d-a763-85132e1718ac" providerId="AD" clId="Web-{E061633B-3EF9-4C79-9C63-04575BEC98E1}" dt="2022-10-14T20:09:13.250" v="346" actId="20577"/>
        <pc:sldMkLst>
          <pc:docMk/>
          <pc:sldMk cId="0" sldId="281"/>
        </pc:sldMkLst>
        <pc:spChg chg="mod">
          <ac:chgData name="Angela Robbins" userId="S::angela.robbins_elearningdoc.com#ext#@cisco.onmicrosoft.com::e406273b-12cd-460d-a763-85132e1718ac" providerId="AD" clId="Web-{E061633B-3EF9-4C79-9C63-04575BEC98E1}" dt="2022-10-14T20:09:13.250" v="346" actId="20577"/>
          <ac:spMkLst>
            <pc:docMk/>
            <pc:sldMk cId="0" sldId="281"/>
            <ac:spMk id="5" creationId="{00000000-0000-0000-0000-000000000000}"/>
          </ac:spMkLst>
        </pc:spChg>
      </pc:sldChg>
      <pc:sldChg chg="modSp">
        <pc:chgData name="Angela Robbins" userId="S::angela.robbins_elearningdoc.com#ext#@cisco.onmicrosoft.com::e406273b-12cd-460d-a763-85132e1718ac" providerId="AD" clId="Web-{E061633B-3EF9-4C79-9C63-04575BEC98E1}" dt="2022-10-14T20:10:41.474" v="360" actId="20577"/>
        <pc:sldMkLst>
          <pc:docMk/>
          <pc:sldMk cId="0" sldId="284"/>
        </pc:sldMkLst>
        <pc:spChg chg="mod">
          <ac:chgData name="Angela Robbins" userId="S::angela.robbins_elearningdoc.com#ext#@cisco.onmicrosoft.com::e406273b-12cd-460d-a763-85132e1718ac" providerId="AD" clId="Web-{E061633B-3EF9-4C79-9C63-04575BEC98E1}" dt="2022-10-14T20:10:41.474" v="360" actId="20577"/>
          <ac:spMkLst>
            <pc:docMk/>
            <pc:sldMk cId="0" sldId="284"/>
            <ac:spMk id="5" creationId="{00000000-0000-0000-0000-000000000000}"/>
          </ac:spMkLst>
        </pc:spChg>
      </pc:sldChg>
      <pc:sldChg chg="addSp delSp modSp new">
        <pc:chgData name="Angela Robbins" userId="S::angela.robbins_elearningdoc.com#ext#@cisco.onmicrosoft.com::e406273b-12cd-460d-a763-85132e1718ac" providerId="AD" clId="Web-{E061633B-3EF9-4C79-9C63-04575BEC98E1}" dt="2022-10-14T19:15:26.718" v="25" actId="20577"/>
        <pc:sldMkLst>
          <pc:docMk/>
          <pc:sldMk cId="1035911048" sldId="287"/>
        </pc:sldMkLst>
        <pc:spChg chg="del">
          <ac:chgData name="Angela Robbins" userId="S::angela.robbins_elearningdoc.com#ext#@cisco.onmicrosoft.com::e406273b-12cd-460d-a763-85132e1718ac" providerId="AD" clId="Web-{E061633B-3EF9-4C79-9C63-04575BEC98E1}" dt="2022-10-14T19:12:26.363" v="14"/>
          <ac:spMkLst>
            <pc:docMk/>
            <pc:sldMk cId="1035911048" sldId="287"/>
            <ac:spMk id="2" creationId="{435B3B9E-FA95-A7B0-AAFF-3597FE87260E}"/>
          </ac:spMkLst>
        </pc:spChg>
        <pc:spChg chg="del">
          <ac:chgData name="Angela Robbins" userId="S::angela.robbins_elearningdoc.com#ext#@cisco.onmicrosoft.com::e406273b-12cd-460d-a763-85132e1718ac" providerId="AD" clId="Web-{E061633B-3EF9-4C79-9C63-04575BEC98E1}" dt="2022-10-14T19:12:24.893" v="13"/>
          <ac:spMkLst>
            <pc:docMk/>
            <pc:sldMk cId="1035911048" sldId="287"/>
            <ac:spMk id="3" creationId="{42077AD5-63D2-0B03-2F4F-6599E08CDCE5}"/>
          </ac:spMkLst>
        </pc:spChg>
        <pc:spChg chg="add mod">
          <ac:chgData name="Angela Robbins" userId="S::angela.robbins_elearningdoc.com#ext#@cisco.onmicrosoft.com::e406273b-12cd-460d-a763-85132e1718ac" providerId="AD" clId="Web-{E061633B-3EF9-4C79-9C63-04575BEC98E1}" dt="2022-10-14T19:15:05.811" v="18" actId="14100"/>
          <ac:spMkLst>
            <pc:docMk/>
            <pc:sldMk cId="1035911048" sldId="287"/>
            <ac:spMk id="4" creationId="{793DCCED-8B9D-8BE1-73EE-D01A69E9F4CE}"/>
          </ac:spMkLst>
        </pc:spChg>
        <pc:spChg chg="add mod">
          <ac:chgData name="Angela Robbins" userId="S::angela.robbins_elearningdoc.com#ext#@cisco.onmicrosoft.com::e406273b-12cd-460d-a763-85132e1718ac" providerId="AD" clId="Web-{E061633B-3EF9-4C79-9C63-04575BEC98E1}" dt="2022-10-14T19:15:26.718" v="25" actId="20577"/>
          <ac:spMkLst>
            <pc:docMk/>
            <pc:sldMk cId="1035911048" sldId="287"/>
            <ac:spMk id="5" creationId="{9E636BEB-E9E9-21DD-376E-4E7E1686A4F4}"/>
          </ac:spMkLst>
        </pc:spChg>
      </pc:sldChg>
      <pc:sldChg chg="addSp delSp modSp new">
        <pc:chgData name="Angela Robbins" userId="S::angela.robbins_elearningdoc.com#ext#@cisco.onmicrosoft.com::e406273b-12cd-460d-a763-85132e1718ac" providerId="AD" clId="Web-{E061633B-3EF9-4C79-9C63-04575BEC98E1}" dt="2022-10-14T19:24:52.944" v="40" actId="14100"/>
        <pc:sldMkLst>
          <pc:docMk/>
          <pc:sldMk cId="2555150523" sldId="288"/>
        </pc:sldMkLst>
        <pc:spChg chg="del">
          <ac:chgData name="Angela Robbins" userId="S::angela.robbins_elearningdoc.com#ext#@cisco.onmicrosoft.com::e406273b-12cd-460d-a763-85132e1718ac" providerId="AD" clId="Web-{E061633B-3EF9-4C79-9C63-04575BEC98E1}" dt="2022-10-14T19:24:11.910" v="28"/>
          <ac:spMkLst>
            <pc:docMk/>
            <pc:sldMk cId="2555150523" sldId="288"/>
            <ac:spMk id="2" creationId="{9AEACFE0-19C1-6DAF-81C0-A3CB40D1175C}"/>
          </ac:spMkLst>
        </pc:spChg>
        <pc:spChg chg="del">
          <ac:chgData name="Angela Robbins" userId="S::angela.robbins_elearningdoc.com#ext#@cisco.onmicrosoft.com::e406273b-12cd-460d-a763-85132e1718ac" providerId="AD" clId="Web-{E061633B-3EF9-4C79-9C63-04575BEC98E1}" dt="2022-10-14T19:24:13.192" v="29"/>
          <ac:spMkLst>
            <pc:docMk/>
            <pc:sldMk cId="2555150523" sldId="288"/>
            <ac:spMk id="3" creationId="{6F4A99B0-50DB-4314-996C-511342C04CFA}"/>
          </ac:spMkLst>
        </pc:spChg>
        <pc:picChg chg="add mod modCrop">
          <ac:chgData name="Angela Robbins" userId="S::angela.robbins_elearningdoc.com#ext#@cisco.onmicrosoft.com::e406273b-12cd-460d-a763-85132e1718ac" providerId="AD" clId="Web-{E061633B-3EF9-4C79-9C63-04575BEC98E1}" dt="2022-10-14T19:24:52.944" v="40" actId="14100"/>
          <ac:picMkLst>
            <pc:docMk/>
            <pc:sldMk cId="2555150523" sldId="288"/>
            <ac:picMk id="4" creationId="{86A6AA7C-A934-F7C0-F6CF-87DD5A1DA03D}"/>
          </ac:picMkLst>
        </pc:picChg>
      </pc:sldChg>
      <pc:sldChg chg="addSp delSp modSp new">
        <pc:chgData name="Angela Robbins" userId="S::angela.robbins_elearningdoc.com#ext#@cisco.onmicrosoft.com::e406273b-12cd-460d-a763-85132e1718ac" providerId="AD" clId="Web-{E061633B-3EF9-4C79-9C63-04575BEC98E1}" dt="2022-10-14T19:37:58.732" v="85" actId="1076"/>
        <pc:sldMkLst>
          <pc:docMk/>
          <pc:sldMk cId="3553677726" sldId="289"/>
        </pc:sldMkLst>
        <pc:spChg chg="mod">
          <ac:chgData name="Angela Robbins" userId="S::angela.robbins_elearningdoc.com#ext#@cisco.onmicrosoft.com::e406273b-12cd-460d-a763-85132e1718ac" providerId="AD" clId="Web-{E061633B-3EF9-4C79-9C63-04575BEC98E1}" dt="2022-10-14T19:37:58.732" v="85" actId="1076"/>
          <ac:spMkLst>
            <pc:docMk/>
            <pc:sldMk cId="3553677726" sldId="289"/>
            <ac:spMk id="2" creationId="{9F956FD7-885E-EC71-59FF-99E9E0B72611}"/>
          </ac:spMkLst>
        </pc:spChg>
        <pc:spChg chg="del">
          <ac:chgData name="Angela Robbins" userId="S::angela.robbins_elearningdoc.com#ext#@cisco.onmicrosoft.com::e406273b-12cd-460d-a763-85132e1718ac" providerId="AD" clId="Web-{E061633B-3EF9-4C79-9C63-04575BEC98E1}" dt="2022-10-14T19:35:09.033" v="45"/>
          <ac:spMkLst>
            <pc:docMk/>
            <pc:sldMk cId="3553677726" sldId="289"/>
            <ac:spMk id="3" creationId="{82551646-8CAC-7A35-0EB4-0E45C24E7810}"/>
          </ac:spMkLst>
        </pc:spChg>
        <pc:spChg chg="add mod">
          <ac:chgData name="Angela Robbins" userId="S::angela.robbins_elearningdoc.com#ext#@cisco.onmicrosoft.com::e406273b-12cd-460d-a763-85132e1718ac" providerId="AD" clId="Web-{E061633B-3EF9-4C79-9C63-04575BEC98E1}" dt="2022-10-14T19:37:56.779" v="84" actId="1076"/>
          <ac:spMkLst>
            <pc:docMk/>
            <pc:sldMk cId="3553677726" sldId="289"/>
            <ac:spMk id="4" creationId="{2E0974CF-46E3-1411-6280-5A9C5DBB1FC6}"/>
          </ac:spMkLst>
        </pc:spChg>
        <pc:picChg chg="add del mod modCrop">
          <ac:chgData name="Angela Robbins" userId="S::angela.robbins_elearningdoc.com#ext#@cisco.onmicrosoft.com::e406273b-12cd-460d-a763-85132e1718ac" providerId="AD" clId="Web-{E061633B-3EF9-4C79-9C63-04575BEC98E1}" dt="2022-10-14T19:37:46.981" v="79"/>
          <ac:picMkLst>
            <pc:docMk/>
            <pc:sldMk cId="3553677726" sldId="289"/>
            <ac:picMk id="5" creationId="{A46F04CF-8CE3-4A44-ABD9-9D2F50E61DF8}"/>
          </ac:picMkLst>
        </pc:picChg>
      </pc:sldChg>
      <pc:sldChg chg="addSp delSp modSp new">
        <pc:chgData name="Angela Robbins" userId="S::angela.robbins_elearningdoc.com#ext#@cisco.onmicrosoft.com::e406273b-12cd-460d-a763-85132e1718ac" providerId="AD" clId="Web-{E061633B-3EF9-4C79-9C63-04575BEC98E1}" dt="2022-10-14T19:38:15.874" v="93" actId="1076"/>
        <pc:sldMkLst>
          <pc:docMk/>
          <pc:sldMk cId="2242595395" sldId="290"/>
        </pc:sldMkLst>
        <pc:spChg chg="del">
          <ac:chgData name="Angela Robbins" userId="S::angela.robbins_elearningdoc.com#ext#@cisco.onmicrosoft.com::e406273b-12cd-460d-a763-85132e1718ac" providerId="AD" clId="Web-{E061633B-3EF9-4C79-9C63-04575BEC98E1}" dt="2022-10-14T19:38:04.998" v="87"/>
          <ac:spMkLst>
            <pc:docMk/>
            <pc:sldMk cId="2242595395" sldId="290"/>
            <ac:spMk id="2" creationId="{F5A236F3-A2BF-1E86-1005-31AFA21285E3}"/>
          </ac:spMkLst>
        </pc:spChg>
        <pc:spChg chg="del">
          <ac:chgData name="Angela Robbins" userId="S::angela.robbins_elearningdoc.com#ext#@cisco.onmicrosoft.com::e406273b-12cd-460d-a763-85132e1718ac" providerId="AD" clId="Web-{E061633B-3EF9-4C79-9C63-04575BEC98E1}" dt="2022-10-14T19:38:06.514" v="88"/>
          <ac:spMkLst>
            <pc:docMk/>
            <pc:sldMk cId="2242595395" sldId="290"/>
            <ac:spMk id="3" creationId="{0BB0737E-E840-A378-260F-1B779BDA1BE0}"/>
          </ac:spMkLst>
        </pc:spChg>
        <pc:picChg chg="add mod">
          <ac:chgData name="Angela Robbins" userId="S::angela.robbins_elearningdoc.com#ext#@cisco.onmicrosoft.com::e406273b-12cd-460d-a763-85132e1718ac" providerId="AD" clId="Web-{E061633B-3EF9-4C79-9C63-04575BEC98E1}" dt="2022-10-14T19:38:15.874" v="93" actId="1076"/>
          <ac:picMkLst>
            <pc:docMk/>
            <pc:sldMk cId="2242595395" sldId="290"/>
            <ac:picMk id="5" creationId="{8F0AF3E2-9485-96CB-B4EA-B059F3FDB35C}"/>
          </ac:picMkLst>
        </pc:picChg>
      </pc:sldChg>
      <pc:sldChg chg="addSp delSp modSp new">
        <pc:chgData name="Angela Robbins" userId="S::angela.robbins_elearningdoc.com#ext#@cisco.onmicrosoft.com::e406273b-12cd-460d-a763-85132e1718ac" providerId="AD" clId="Web-{E061633B-3EF9-4C79-9C63-04575BEC98E1}" dt="2022-10-14T19:47:37.521" v="156" actId="1076"/>
        <pc:sldMkLst>
          <pc:docMk/>
          <pc:sldMk cId="1125455495" sldId="291"/>
        </pc:sldMkLst>
        <pc:spChg chg="mod">
          <ac:chgData name="Angela Robbins" userId="S::angela.robbins_elearningdoc.com#ext#@cisco.onmicrosoft.com::e406273b-12cd-460d-a763-85132e1718ac" providerId="AD" clId="Web-{E061633B-3EF9-4C79-9C63-04575BEC98E1}" dt="2022-10-14T19:45:06.214" v="131" actId="1076"/>
          <ac:spMkLst>
            <pc:docMk/>
            <pc:sldMk cId="1125455495" sldId="291"/>
            <ac:spMk id="2" creationId="{8EE7BF90-6A28-1DBE-9D7B-A6B4463EA0D5}"/>
          </ac:spMkLst>
        </pc:spChg>
        <pc:spChg chg="del">
          <ac:chgData name="Angela Robbins" userId="S::angela.robbins_elearningdoc.com#ext#@cisco.onmicrosoft.com::e406273b-12cd-460d-a763-85132e1718ac" providerId="AD" clId="Web-{E061633B-3EF9-4C79-9C63-04575BEC98E1}" dt="2022-10-14T19:44:57.166" v="127"/>
          <ac:spMkLst>
            <pc:docMk/>
            <pc:sldMk cId="1125455495" sldId="291"/>
            <ac:spMk id="3" creationId="{6FE173B2-FF73-347D-8C1C-8BA4C8A58B87}"/>
          </ac:spMkLst>
        </pc:spChg>
        <pc:spChg chg="add mod">
          <ac:chgData name="Angela Robbins" userId="S::angela.robbins_elearningdoc.com#ext#@cisco.onmicrosoft.com::e406273b-12cd-460d-a763-85132e1718ac" providerId="AD" clId="Web-{E061633B-3EF9-4C79-9C63-04575BEC98E1}" dt="2022-10-14T19:47:37.521" v="156" actId="1076"/>
          <ac:spMkLst>
            <pc:docMk/>
            <pc:sldMk cId="1125455495" sldId="291"/>
            <ac:spMk id="5" creationId="{9D8951BB-2FE6-7C31-E83E-FCEDDCB02E2B}"/>
          </ac:spMkLst>
        </pc:spChg>
        <pc:picChg chg="add mod modCrop">
          <ac:chgData name="Angela Robbins" userId="S::angela.robbins_elearningdoc.com#ext#@cisco.onmicrosoft.com::e406273b-12cd-460d-a763-85132e1718ac" providerId="AD" clId="Web-{E061633B-3EF9-4C79-9C63-04575BEC98E1}" dt="2022-10-14T19:47:13.332" v="145" actId="1076"/>
          <ac:picMkLst>
            <pc:docMk/>
            <pc:sldMk cId="1125455495" sldId="291"/>
            <ac:picMk id="4" creationId="{E143A562-5465-57EA-B55C-4FA42F258500}"/>
          </ac:picMkLst>
        </pc:picChg>
      </pc:sldChg>
      <pc:sldChg chg="addSp delSp modSp new">
        <pc:chgData name="Angela Robbins" userId="S::angela.robbins_elearningdoc.com#ext#@cisco.onmicrosoft.com::e406273b-12cd-460d-a763-85132e1718ac" providerId="AD" clId="Web-{E061633B-3EF9-4C79-9C63-04575BEC98E1}" dt="2022-10-14T19:50:09.594" v="190" actId="1076"/>
        <pc:sldMkLst>
          <pc:docMk/>
          <pc:sldMk cId="4248321458" sldId="292"/>
        </pc:sldMkLst>
        <pc:spChg chg="mod">
          <ac:chgData name="Angela Robbins" userId="S::angela.robbins_elearningdoc.com#ext#@cisco.onmicrosoft.com::e406273b-12cd-460d-a763-85132e1718ac" providerId="AD" clId="Web-{E061633B-3EF9-4C79-9C63-04575BEC98E1}" dt="2022-10-14T19:48:10.258" v="163" actId="1076"/>
          <ac:spMkLst>
            <pc:docMk/>
            <pc:sldMk cId="4248321458" sldId="292"/>
            <ac:spMk id="2" creationId="{56176ADA-F87B-C598-1E73-D55B42FCE253}"/>
          </ac:spMkLst>
        </pc:spChg>
        <pc:spChg chg="del">
          <ac:chgData name="Angela Robbins" userId="S::angela.robbins_elearningdoc.com#ext#@cisco.onmicrosoft.com::e406273b-12cd-460d-a763-85132e1718ac" providerId="AD" clId="Web-{E061633B-3EF9-4C79-9C63-04575BEC98E1}" dt="2022-10-14T19:47:56.569" v="158"/>
          <ac:spMkLst>
            <pc:docMk/>
            <pc:sldMk cId="4248321458" sldId="292"/>
            <ac:spMk id="3" creationId="{42BC2442-BEC6-AAE1-A5B8-99F8A6C4E7C0}"/>
          </ac:spMkLst>
        </pc:spChg>
        <pc:spChg chg="add mod">
          <ac:chgData name="Angela Robbins" userId="S::angela.robbins_elearningdoc.com#ext#@cisco.onmicrosoft.com::e406273b-12cd-460d-a763-85132e1718ac" providerId="AD" clId="Web-{E061633B-3EF9-4C79-9C63-04575BEC98E1}" dt="2022-10-14T19:49:59.296" v="186" actId="1076"/>
          <ac:spMkLst>
            <pc:docMk/>
            <pc:sldMk cId="4248321458" sldId="292"/>
            <ac:spMk id="5" creationId="{C6D2C015-81EB-61B4-ACA5-AA8FEFB2A5DE}"/>
          </ac:spMkLst>
        </pc:spChg>
        <pc:picChg chg="add mod modCrop">
          <ac:chgData name="Angela Robbins" userId="S::angela.robbins_elearningdoc.com#ext#@cisco.onmicrosoft.com::e406273b-12cd-460d-a763-85132e1718ac" providerId="AD" clId="Web-{E061633B-3EF9-4C79-9C63-04575BEC98E1}" dt="2022-10-14T19:50:09.594" v="190" actId="1076"/>
          <ac:picMkLst>
            <pc:docMk/>
            <pc:sldMk cId="4248321458" sldId="292"/>
            <ac:picMk id="4" creationId="{05BE7FE1-36C1-0F88-A9C5-977A0C61039E}"/>
          </ac:picMkLst>
        </pc:picChg>
      </pc:sldChg>
      <pc:sldChg chg="addSp delSp modSp new">
        <pc:chgData name="Angela Robbins" userId="S::angela.robbins_elearningdoc.com#ext#@cisco.onmicrosoft.com::e406273b-12cd-460d-a763-85132e1718ac" providerId="AD" clId="Web-{E061633B-3EF9-4C79-9C63-04575BEC98E1}" dt="2022-10-14T19:58:35.738" v="228" actId="1076"/>
        <pc:sldMkLst>
          <pc:docMk/>
          <pc:sldMk cId="3129103443" sldId="293"/>
        </pc:sldMkLst>
        <pc:spChg chg="mod">
          <ac:chgData name="Angela Robbins" userId="S::angela.robbins_elearningdoc.com#ext#@cisco.onmicrosoft.com::e406273b-12cd-460d-a763-85132e1718ac" providerId="AD" clId="Web-{E061633B-3EF9-4C79-9C63-04575BEC98E1}" dt="2022-10-14T19:57:43.890" v="218" actId="1076"/>
          <ac:spMkLst>
            <pc:docMk/>
            <pc:sldMk cId="3129103443" sldId="293"/>
            <ac:spMk id="2" creationId="{D512A097-17D7-9F24-486E-F8549624D09B}"/>
          </ac:spMkLst>
        </pc:spChg>
        <pc:spChg chg="del">
          <ac:chgData name="Angela Robbins" userId="S::angela.robbins_elearningdoc.com#ext#@cisco.onmicrosoft.com::e406273b-12cd-460d-a763-85132e1718ac" providerId="AD" clId="Web-{E061633B-3EF9-4C79-9C63-04575BEC98E1}" dt="2022-10-14T19:57:39.921" v="217"/>
          <ac:spMkLst>
            <pc:docMk/>
            <pc:sldMk cId="3129103443" sldId="293"/>
            <ac:spMk id="3" creationId="{30141B5F-792D-E0F8-CFA2-FBD940523C2B}"/>
          </ac:spMkLst>
        </pc:spChg>
        <pc:picChg chg="add mod modCrop">
          <ac:chgData name="Angela Robbins" userId="S::angela.robbins_elearningdoc.com#ext#@cisco.onmicrosoft.com::e406273b-12cd-460d-a763-85132e1718ac" providerId="AD" clId="Web-{E061633B-3EF9-4C79-9C63-04575BEC98E1}" dt="2022-10-14T19:58:35.738" v="228" actId="1076"/>
          <ac:picMkLst>
            <pc:docMk/>
            <pc:sldMk cId="3129103443" sldId="293"/>
            <ac:picMk id="4" creationId="{0A64F309-FC80-8CE7-CC8E-0D651AB474FC}"/>
          </ac:picMkLst>
        </pc:picChg>
      </pc:sldChg>
      <pc:sldChg chg="addSp delSp modSp new">
        <pc:chgData name="Angela Robbins" userId="S::angela.robbins_elearningdoc.com#ext#@cisco.onmicrosoft.com::e406273b-12cd-460d-a763-85132e1718ac" providerId="AD" clId="Web-{E061633B-3EF9-4C79-9C63-04575BEC98E1}" dt="2022-10-14T20:00:45.059" v="255" actId="1076"/>
        <pc:sldMkLst>
          <pc:docMk/>
          <pc:sldMk cId="194250812" sldId="294"/>
        </pc:sldMkLst>
        <pc:spChg chg="mod">
          <ac:chgData name="Angela Robbins" userId="S::angela.robbins_elearningdoc.com#ext#@cisco.onmicrosoft.com::e406273b-12cd-460d-a763-85132e1718ac" providerId="AD" clId="Web-{E061633B-3EF9-4C79-9C63-04575BEC98E1}" dt="2022-10-14T19:59:53.649" v="244" actId="1076"/>
          <ac:spMkLst>
            <pc:docMk/>
            <pc:sldMk cId="194250812" sldId="294"/>
            <ac:spMk id="2" creationId="{AC360DFE-DE66-2C52-0A81-B73617E8C234}"/>
          </ac:spMkLst>
        </pc:spChg>
        <pc:spChg chg="del">
          <ac:chgData name="Angela Robbins" userId="S::angela.robbins_elearningdoc.com#ext#@cisco.onmicrosoft.com::e406273b-12cd-460d-a763-85132e1718ac" providerId="AD" clId="Web-{E061633B-3EF9-4C79-9C63-04575BEC98E1}" dt="2022-10-14T19:59:50.540" v="243"/>
          <ac:spMkLst>
            <pc:docMk/>
            <pc:sldMk cId="194250812" sldId="294"/>
            <ac:spMk id="3" creationId="{EF49C043-AC21-9231-625B-42793EAA3B8B}"/>
          </ac:spMkLst>
        </pc:spChg>
        <pc:picChg chg="add mod modCrop">
          <ac:chgData name="Angela Robbins" userId="S::angela.robbins_elearningdoc.com#ext#@cisco.onmicrosoft.com::e406273b-12cd-460d-a763-85132e1718ac" providerId="AD" clId="Web-{E061633B-3EF9-4C79-9C63-04575BEC98E1}" dt="2022-10-14T20:00:45.059" v="255" actId="1076"/>
          <ac:picMkLst>
            <pc:docMk/>
            <pc:sldMk cId="194250812" sldId="294"/>
            <ac:picMk id="4" creationId="{52FE5539-C808-F61C-DA7B-12985A6F2D74}"/>
          </ac:picMkLst>
        </pc:picChg>
      </pc:sldChg>
      <pc:sldChg chg="addSp delSp modSp new">
        <pc:chgData name="Angela Robbins" userId="S::angela.robbins_elearningdoc.com#ext#@cisco.onmicrosoft.com::e406273b-12cd-460d-a763-85132e1718ac" providerId="AD" clId="Web-{E061633B-3EF9-4C79-9C63-04575BEC98E1}" dt="2022-10-14T20:01:37.953" v="269" actId="1076"/>
        <pc:sldMkLst>
          <pc:docMk/>
          <pc:sldMk cId="1320194026" sldId="295"/>
        </pc:sldMkLst>
        <pc:spChg chg="mod">
          <ac:chgData name="Angela Robbins" userId="S::angela.robbins_elearningdoc.com#ext#@cisco.onmicrosoft.com::e406273b-12cd-460d-a763-85132e1718ac" providerId="AD" clId="Web-{E061633B-3EF9-4C79-9C63-04575BEC98E1}" dt="2022-10-14T20:01:11.436" v="260" actId="1076"/>
          <ac:spMkLst>
            <pc:docMk/>
            <pc:sldMk cId="1320194026" sldId="295"/>
            <ac:spMk id="2" creationId="{0A386784-D8EF-F756-54C9-1248FA4BA262}"/>
          </ac:spMkLst>
        </pc:spChg>
        <pc:spChg chg="del">
          <ac:chgData name="Angela Robbins" userId="S::angela.robbins_elearningdoc.com#ext#@cisco.onmicrosoft.com::e406273b-12cd-460d-a763-85132e1718ac" providerId="AD" clId="Web-{E061633B-3EF9-4C79-9C63-04575BEC98E1}" dt="2022-10-14T20:01:08.592" v="259"/>
          <ac:spMkLst>
            <pc:docMk/>
            <pc:sldMk cId="1320194026" sldId="295"/>
            <ac:spMk id="3" creationId="{D4CE39E6-93EB-4767-5C63-B7C214FEE0B0}"/>
          </ac:spMkLst>
        </pc:spChg>
        <pc:spChg chg="add mod">
          <ac:chgData name="Angela Robbins" userId="S::angela.robbins_elearningdoc.com#ext#@cisco.onmicrosoft.com::e406273b-12cd-460d-a763-85132e1718ac" providerId="AD" clId="Web-{E061633B-3EF9-4C79-9C63-04575BEC98E1}" dt="2022-10-14T20:01:37.953" v="269" actId="1076"/>
          <ac:spMkLst>
            <pc:docMk/>
            <pc:sldMk cId="1320194026" sldId="295"/>
            <ac:spMk id="4" creationId="{90A9538A-91F0-0B42-CB4F-E574056D73A5}"/>
          </ac:spMkLst>
        </pc:spChg>
      </pc:sldChg>
      <pc:sldChg chg="addSp delSp modSp new">
        <pc:chgData name="Angela Robbins" userId="S::angela.robbins_elearningdoc.com#ext#@cisco.onmicrosoft.com::e406273b-12cd-460d-a763-85132e1718ac" providerId="AD" clId="Web-{E061633B-3EF9-4C79-9C63-04575BEC98E1}" dt="2022-10-14T20:03:37.242" v="286" actId="1076"/>
        <pc:sldMkLst>
          <pc:docMk/>
          <pc:sldMk cId="448559255" sldId="296"/>
        </pc:sldMkLst>
        <pc:spChg chg="mod">
          <ac:chgData name="Angela Robbins" userId="S::angela.robbins_elearningdoc.com#ext#@cisco.onmicrosoft.com::e406273b-12cd-460d-a763-85132e1718ac" providerId="AD" clId="Web-{E061633B-3EF9-4C79-9C63-04575BEC98E1}" dt="2022-10-14T20:02:01.580" v="275" actId="1076"/>
          <ac:spMkLst>
            <pc:docMk/>
            <pc:sldMk cId="448559255" sldId="296"/>
            <ac:spMk id="2" creationId="{7F98D9E6-32F0-6390-285B-D50592EEC8EC}"/>
          </ac:spMkLst>
        </pc:spChg>
        <pc:spChg chg="del">
          <ac:chgData name="Angela Robbins" userId="S::angela.robbins_elearningdoc.com#ext#@cisco.onmicrosoft.com::e406273b-12cd-460d-a763-85132e1718ac" providerId="AD" clId="Web-{E061633B-3EF9-4C79-9C63-04575BEC98E1}" dt="2022-10-14T20:01:58.908" v="274"/>
          <ac:spMkLst>
            <pc:docMk/>
            <pc:sldMk cId="448559255" sldId="296"/>
            <ac:spMk id="3" creationId="{7C862DAB-9956-178D-8CF9-2348565004E0}"/>
          </ac:spMkLst>
        </pc:spChg>
        <pc:picChg chg="add mod modCrop">
          <ac:chgData name="Angela Robbins" userId="S::angela.robbins_elearningdoc.com#ext#@cisco.onmicrosoft.com::e406273b-12cd-460d-a763-85132e1718ac" providerId="AD" clId="Web-{E061633B-3EF9-4C79-9C63-04575BEC98E1}" dt="2022-10-14T20:03:37.242" v="286" actId="1076"/>
          <ac:picMkLst>
            <pc:docMk/>
            <pc:sldMk cId="448559255" sldId="296"/>
            <ac:picMk id="4" creationId="{246D11C4-351C-2930-1A85-99F5D736D7D3}"/>
          </ac:picMkLst>
        </pc:picChg>
      </pc:sldChg>
      <pc:sldChg chg="modSp new">
        <pc:chgData name="Angela Robbins" userId="S::angela.robbins_elearningdoc.com#ext#@cisco.onmicrosoft.com::e406273b-12cd-460d-a763-85132e1718ac" providerId="AD" clId="Web-{E061633B-3EF9-4C79-9C63-04575BEC98E1}" dt="2022-10-14T20:04:33.746" v="296" actId="1076"/>
        <pc:sldMkLst>
          <pc:docMk/>
          <pc:sldMk cId="983381146" sldId="297"/>
        </pc:sldMkLst>
        <pc:spChg chg="mod">
          <ac:chgData name="Angela Robbins" userId="S::angela.robbins_elearningdoc.com#ext#@cisco.onmicrosoft.com::e406273b-12cd-460d-a763-85132e1718ac" providerId="AD" clId="Web-{E061633B-3EF9-4C79-9C63-04575BEC98E1}" dt="2022-10-14T20:04:09.651" v="294" actId="1076"/>
          <ac:spMkLst>
            <pc:docMk/>
            <pc:sldMk cId="983381146" sldId="297"/>
            <ac:spMk id="2" creationId="{D6D00CB2-89B1-1A25-7F32-90E330F6984F}"/>
          </ac:spMkLst>
        </pc:spChg>
        <pc:spChg chg="mod">
          <ac:chgData name="Angela Robbins" userId="S::angela.robbins_elearningdoc.com#ext#@cisco.onmicrosoft.com::e406273b-12cd-460d-a763-85132e1718ac" providerId="AD" clId="Web-{E061633B-3EF9-4C79-9C63-04575BEC98E1}" dt="2022-10-14T20:04:33.746" v="296" actId="1076"/>
          <ac:spMkLst>
            <pc:docMk/>
            <pc:sldMk cId="983381146" sldId="297"/>
            <ac:spMk id="3" creationId="{C76F6B08-3A0D-D0F3-1733-B91F7144E9F5}"/>
          </ac:spMkLst>
        </pc:spChg>
      </pc:sldChg>
      <pc:sldChg chg="addSp delSp modSp new">
        <pc:chgData name="Angela Robbins" userId="S::angela.robbins_elearningdoc.com#ext#@cisco.onmicrosoft.com::e406273b-12cd-460d-a763-85132e1718ac" providerId="AD" clId="Web-{E061633B-3EF9-4C79-9C63-04575BEC98E1}" dt="2022-10-14T20:08:33.747" v="342" actId="1076"/>
        <pc:sldMkLst>
          <pc:docMk/>
          <pc:sldMk cId="2820964606" sldId="298"/>
        </pc:sldMkLst>
        <pc:spChg chg="mod">
          <ac:chgData name="Angela Robbins" userId="S::angela.robbins_elearningdoc.com#ext#@cisco.onmicrosoft.com::e406273b-12cd-460d-a763-85132e1718ac" providerId="AD" clId="Web-{E061633B-3EF9-4C79-9C63-04575BEC98E1}" dt="2022-10-14T20:07:13.023" v="320" actId="1076"/>
          <ac:spMkLst>
            <pc:docMk/>
            <pc:sldMk cId="2820964606" sldId="298"/>
            <ac:spMk id="2" creationId="{9EA41080-1150-6DA3-FBFA-A6043BF90497}"/>
          </ac:spMkLst>
        </pc:spChg>
        <pc:spChg chg="del">
          <ac:chgData name="Angela Robbins" userId="S::angela.robbins_elearningdoc.com#ext#@cisco.onmicrosoft.com::e406273b-12cd-460d-a763-85132e1718ac" providerId="AD" clId="Web-{E061633B-3EF9-4C79-9C63-04575BEC98E1}" dt="2022-10-14T20:07:09.476" v="319"/>
          <ac:spMkLst>
            <pc:docMk/>
            <pc:sldMk cId="2820964606" sldId="298"/>
            <ac:spMk id="3" creationId="{81F352E2-FDD5-BDE8-2274-77E892E23917}"/>
          </ac:spMkLst>
        </pc:spChg>
        <pc:spChg chg="add mod">
          <ac:chgData name="Angela Robbins" userId="S::angela.robbins_elearningdoc.com#ext#@cisco.onmicrosoft.com::e406273b-12cd-460d-a763-85132e1718ac" providerId="AD" clId="Web-{E061633B-3EF9-4C79-9C63-04575BEC98E1}" dt="2022-10-14T20:08:33.747" v="342" actId="1076"/>
          <ac:spMkLst>
            <pc:docMk/>
            <pc:sldMk cId="2820964606" sldId="298"/>
            <ac:spMk id="5" creationId="{ECD17765-56C2-8569-67B5-0DCB2B426E74}"/>
          </ac:spMkLst>
        </pc:spChg>
        <pc:picChg chg="add mod modCrop">
          <ac:chgData name="Angela Robbins" userId="S::angela.robbins_elearningdoc.com#ext#@cisco.onmicrosoft.com::e406273b-12cd-460d-a763-85132e1718ac" providerId="AD" clId="Web-{E061633B-3EF9-4C79-9C63-04575BEC98E1}" dt="2022-10-14T20:07:51.369" v="326" actId="1076"/>
          <ac:picMkLst>
            <pc:docMk/>
            <pc:sldMk cId="2820964606" sldId="298"/>
            <ac:picMk id="4" creationId="{9F48AB3F-62E4-AE36-B039-CEF94A55326C}"/>
          </ac:picMkLst>
        </pc:picChg>
      </pc:sldChg>
      <pc:sldChg chg="modSp add replId">
        <pc:chgData name="Angela Robbins" userId="S::angela.robbins_elearningdoc.com#ext#@cisco.onmicrosoft.com::e406273b-12cd-460d-a763-85132e1718ac" providerId="AD" clId="Web-{E061633B-3EF9-4C79-9C63-04575BEC98E1}" dt="2022-10-14T20:11:34.072" v="375" actId="1076"/>
        <pc:sldMkLst>
          <pc:docMk/>
          <pc:sldMk cId="125537020" sldId="299"/>
        </pc:sldMkLst>
        <pc:spChg chg="mod">
          <ac:chgData name="Angela Robbins" userId="S::angela.robbins_elearningdoc.com#ext#@cisco.onmicrosoft.com::e406273b-12cd-460d-a763-85132e1718ac" providerId="AD" clId="Web-{E061633B-3EF9-4C79-9C63-04575BEC98E1}" dt="2022-10-14T20:10:58.397" v="365" actId="20577"/>
          <ac:spMkLst>
            <pc:docMk/>
            <pc:sldMk cId="125537020" sldId="299"/>
            <ac:spMk id="3" creationId="{00000000-0000-0000-0000-000000000000}"/>
          </ac:spMkLst>
        </pc:spChg>
        <pc:spChg chg="mod">
          <ac:chgData name="Angela Robbins" userId="S::angela.robbins_elearningdoc.com#ext#@cisco.onmicrosoft.com::e406273b-12cd-460d-a763-85132e1718ac" providerId="AD" clId="Web-{E061633B-3EF9-4C79-9C63-04575BEC98E1}" dt="2022-10-14T20:11:34.072" v="375" actId="1076"/>
          <ac:spMkLst>
            <pc:docMk/>
            <pc:sldMk cId="125537020" sldId="299"/>
            <ac:spMk id="5" creationId="{00000000-0000-0000-0000-000000000000}"/>
          </ac:spMkLst>
        </pc:spChg>
      </pc:sldChg>
    </pc:docChg>
  </pc:docChgLst>
  <pc:docChgLst>
    <pc:chgData name="Brie Nelson" userId="S::brie_elearningdoc.com#ext#@cisco.onmicrosoft.com::712abed6-64c6-4c4c-80f1-14676a42bb74" providerId="AD" clId="Web-{911F7525-2401-F0B7-BFB0-294BEBC64797}"/>
    <pc:docChg chg="addSld delSld modSld addMainMaster">
      <pc:chgData name="Brie Nelson" userId="S::brie_elearningdoc.com#ext#@cisco.onmicrosoft.com::712abed6-64c6-4c4c-80f1-14676a42bb74" providerId="AD" clId="Web-{911F7525-2401-F0B7-BFB0-294BEBC64797}" dt="2022-10-14T16:46:51.400" v="9"/>
      <pc:docMkLst>
        <pc:docMk/>
      </pc:docMkLst>
      <pc:sldChg chg="del">
        <pc:chgData name="Brie Nelson" userId="S::brie_elearningdoc.com#ext#@cisco.onmicrosoft.com::712abed6-64c6-4c4c-80f1-14676a42bb74" providerId="AD" clId="Web-{911F7525-2401-F0B7-BFB0-294BEBC64797}" dt="2022-10-14T16:46:51.400" v="9"/>
        <pc:sldMkLst>
          <pc:docMk/>
          <pc:sldMk cId="0" sldId="257"/>
        </pc:sldMkLst>
      </pc:sldChg>
      <pc:sldChg chg="addSp modSp del">
        <pc:chgData name="Brie Nelson" userId="S::brie_elearningdoc.com#ext#@cisco.onmicrosoft.com::712abed6-64c6-4c4c-80f1-14676a42bb74" providerId="AD" clId="Web-{911F7525-2401-F0B7-BFB0-294BEBC64797}" dt="2022-10-14T16:45:26.632" v="7"/>
        <pc:sldMkLst>
          <pc:docMk/>
          <pc:sldMk cId="0" sldId="258"/>
        </pc:sldMkLst>
        <pc:spChg chg="add mod">
          <ac:chgData name="Brie Nelson" userId="S::brie_elearningdoc.com#ext#@cisco.onmicrosoft.com::712abed6-64c6-4c4c-80f1-14676a42bb74" providerId="AD" clId="Web-{911F7525-2401-F0B7-BFB0-294BEBC64797}" dt="2022-10-14T16:45:24.210" v="6" actId="20577"/>
          <ac:spMkLst>
            <pc:docMk/>
            <pc:sldMk cId="0" sldId="258"/>
            <ac:spMk id="6" creationId="{BDECAFD9-D546-86DA-5166-9D9E6DA915C3}"/>
          </ac:spMkLst>
        </pc:spChg>
        <pc:graphicFrameChg chg="add mod modGraphic">
          <ac:chgData name="Brie Nelson" userId="S::brie_elearningdoc.com#ext#@cisco.onmicrosoft.com::712abed6-64c6-4c4c-80f1-14676a42bb74" providerId="AD" clId="Web-{911F7525-2401-F0B7-BFB0-294BEBC64797}" dt="2022-10-14T16:45:20.319" v="4"/>
          <ac:graphicFrameMkLst>
            <pc:docMk/>
            <pc:sldMk cId="0" sldId="258"/>
            <ac:graphicFrameMk id="5" creationId="{10AB6ACC-4EAA-4FFA-171E-F4ED252F341F}"/>
          </ac:graphicFrameMkLst>
        </pc:graphicFrameChg>
      </pc:sldChg>
      <pc:sldChg chg="add">
        <pc:chgData name="Brie Nelson" userId="S::brie_elearningdoc.com#ext#@cisco.onmicrosoft.com::712abed6-64c6-4c4c-80f1-14676a42bb74" providerId="AD" clId="Web-{911F7525-2401-F0B7-BFB0-294BEBC64797}" dt="2022-10-14T16:46:45.072" v="8"/>
        <pc:sldMkLst>
          <pc:docMk/>
          <pc:sldMk cId="174566605" sldId="286"/>
        </pc:sldMkLst>
      </pc:sldChg>
      <pc:sldMasterChg chg="add addSldLayout">
        <pc:chgData name="Brie Nelson" userId="S::brie_elearningdoc.com#ext#@cisco.onmicrosoft.com::712abed6-64c6-4c4c-80f1-14676a42bb74" providerId="AD" clId="Web-{911F7525-2401-F0B7-BFB0-294BEBC64797}" dt="2022-10-14T16:46:45.072" v="8"/>
        <pc:sldMasterMkLst>
          <pc:docMk/>
          <pc:sldMasterMk cId="0" sldId="2147483700"/>
        </pc:sldMasterMkLst>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3086725553" sldId="2147483962"/>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1890854121" sldId="2147483965"/>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542967988" sldId="2147483967"/>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4222912136" sldId="2147483995"/>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147974899" sldId="2147483998"/>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3053872667" sldId="2147484007"/>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2962125011" sldId="2147484010"/>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3643099958" sldId="2147484011"/>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3653042546" sldId="2147484013"/>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1974617842" sldId="2147484014"/>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1198843304" sldId="2147484015"/>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1851544963" sldId="2147484027"/>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2257996623" sldId="2147484029"/>
          </pc:sldLayoutMkLst>
        </pc:sldLayoutChg>
        <pc:sldLayoutChg chg="add">
          <pc:chgData name="Brie Nelson" userId="S::brie_elearningdoc.com#ext#@cisco.onmicrosoft.com::712abed6-64c6-4c4c-80f1-14676a42bb74" providerId="AD" clId="Web-{911F7525-2401-F0B7-BFB0-294BEBC64797}" dt="2022-10-14T16:46:45.072" v="8"/>
          <pc:sldLayoutMkLst>
            <pc:docMk/>
            <pc:sldMasterMk cId="0" sldId="2147483700"/>
            <pc:sldLayoutMk cId="2699250104" sldId="2147484031"/>
          </pc:sldLayoutMkLst>
        </pc:sldLayoutChg>
      </pc:sldMasterChg>
    </pc:docChg>
  </pc:docChgLst>
  <pc:docChgLst>
    <pc:chgData name="Cláudia Naumann" userId="S::naumann_nce.ufrj.br#ext#@cisco.onmicrosoft.com::2c14c15b-0266-4182-83e5-84c7c06e2959" providerId="AD" clId="Web-{E7B13376-06E0-2BF8-CCF2-C7D11A29FDF0}"/>
    <pc:docChg chg="mod">
      <pc:chgData name="Cláudia Naumann" userId="S::naumann_nce.ufrj.br#ext#@cisco.onmicrosoft.com::2c14c15b-0266-4182-83e5-84c7c06e2959" providerId="AD" clId="Web-{E7B13376-06E0-2BF8-CCF2-C7D11A29FDF0}" dt="2022-10-20T15:15:58.336" v="5"/>
      <pc:docMkLst>
        <pc:docMk/>
      </pc:docMkLst>
      <pc:sldChg chg="addCm">
        <pc:chgData name="Cláudia Naumann" userId="S::naumann_nce.ufrj.br#ext#@cisco.onmicrosoft.com::2c14c15b-0266-4182-83e5-84c7c06e2959" providerId="AD" clId="Web-{E7B13376-06E0-2BF8-CCF2-C7D11A29FDF0}" dt="2022-10-20T15:15:58.336" v="5"/>
        <pc:sldMkLst>
          <pc:docMk/>
          <pc:sldMk cId="174566605" sldId="286"/>
        </pc:sldMkLst>
      </pc:sldChg>
      <pc:sldChg chg="addCm">
        <pc:chgData name="Cláudia Naumann" userId="S::naumann_nce.ufrj.br#ext#@cisco.onmicrosoft.com::2c14c15b-0266-4182-83e5-84c7c06e2959" providerId="AD" clId="Web-{E7B13376-06E0-2BF8-CCF2-C7D11A29FDF0}" dt="2022-10-20T15:13:14.066" v="3"/>
        <pc:sldMkLst>
          <pc:docMk/>
          <pc:sldMk cId="1035911048" sldId="287"/>
        </pc:sldMkLst>
      </pc:sldChg>
      <pc:sldChg chg="addCm">
        <pc:chgData name="Cláudia Naumann" userId="S::naumann_nce.ufrj.br#ext#@cisco.onmicrosoft.com::2c14c15b-0266-4182-83e5-84c7c06e2959" providerId="AD" clId="Web-{E7B13376-06E0-2BF8-CCF2-C7D11A29FDF0}" dt="2022-10-20T15:14:14.662" v="4"/>
        <pc:sldMkLst>
          <pc:docMk/>
          <pc:sldMk cId="3425528410" sldId="302"/>
        </pc:sldMkLst>
      </pc:sldChg>
    </pc:docChg>
  </pc:docChgLst>
  <pc:docChgLst>
    <pc:chgData name="Anna Bolen -X (abolen - UNICON INC at Cisco)" userId="S::abolen@cisco.com::8fcf5b57-97b6-40ce-9683-275924855fa8" providerId="AD" clId="Web-{A2B10A80-2E5F-FD84-24E2-C80BB701B4CF}"/>
    <pc:docChg chg="mod modSld sldOrd">
      <pc:chgData name="Anna Bolen -X (abolen - UNICON INC at Cisco)" userId="S::abolen@cisco.com::8fcf5b57-97b6-40ce-9683-275924855fa8" providerId="AD" clId="Web-{A2B10A80-2E5F-FD84-24E2-C80BB701B4CF}" dt="2022-10-20T16:12:33.480" v="7"/>
      <pc:docMkLst>
        <pc:docMk/>
      </pc:docMkLst>
      <pc:sldChg chg="modSp modCm">
        <pc:chgData name="Anna Bolen -X (abolen - UNICON INC at Cisco)" userId="S::abolen@cisco.com::8fcf5b57-97b6-40ce-9683-275924855fa8" providerId="AD" clId="Web-{A2B10A80-2E5F-FD84-24E2-C80BB701B4CF}" dt="2022-10-20T16:11:56.321" v="5" actId="20577"/>
        <pc:sldMkLst>
          <pc:docMk/>
          <pc:sldMk cId="174566605" sldId="286"/>
        </pc:sldMkLst>
        <pc:spChg chg="mod">
          <ac:chgData name="Anna Bolen -X (abolen - UNICON INC at Cisco)" userId="S::abolen@cisco.com::8fcf5b57-97b6-40ce-9683-275924855fa8" providerId="AD" clId="Web-{A2B10A80-2E5F-FD84-24E2-C80BB701B4CF}" dt="2022-10-20T16:11:56.321" v="5" actId="20577"/>
          <ac:spMkLst>
            <pc:docMk/>
            <pc:sldMk cId="174566605" sldId="286"/>
            <ac:spMk id="4098" creationId="{00000000-0000-0000-0000-000000000000}"/>
          </ac:spMkLst>
        </pc:spChg>
      </pc:sldChg>
      <pc:sldChg chg="modCm">
        <pc:chgData name="Anna Bolen -X (abolen - UNICON INC at Cisco)" userId="S::abolen@cisco.com::8fcf5b57-97b6-40ce-9683-275924855fa8" providerId="AD" clId="Web-{A2B10A80-2E5F-FD84-24E2-C80BB701B4CF}" dt="2022-10-20T16:12:33.480" v="7"/>
        <pc:sldMkLst>
          <pc:docMk/>
          <pc:sldMk cId="1035911048" sldId="287"/>
        </pc:sldMkLst>
      </pc:sldChg>
      <pc:sldChg chg="ord modCm">
        <pc:chgData name="Anna Bolen -X (abolen - UNICON INC at Cisco)" userId="S::abolen@cisco.com::8fcf5b57-97b6-40ce-9683-275924855fa8" providerId="AD" clId="Web-{A2B10A80-2E5F-FD84-24E2-C80BB701B4CF}" dt="2022-10-20T16:11:05.255" v="2"/>
        <pc:sldMkLst>
          <pc:docMk/>
          <pc:sldMk cId="3425528410" sldId="302"/>
        </pc:sldMkLst>
      </pc:sldChg>
    </pc:docChg>
  </pc:docChgLst>
  <pc:docChgLst>
    <pc:chgData name="Anna Bolen -X (abolen - UNICON INC at Cisco)" userId="8fcf5b57-97b6-40ce-9683-275924855fa8" providerId="ADAL" clId="{126C88BE-9527-4F41-B281-47FF235F34CE}"/>
    <pc:docChg chg="undo custSel addSld delSld modSld sldOrd modMainMaster">
      <pc:chgData name="Anna Bolen -X (abolen - UNICON INC at Cisco)" userId="8fcf5b57-97b6-40ce-9683-275924855fa8" providerId="ADAL" clId="{126C88BE-9527-4F41-B281-47FF235F34CE}" dt="2022-11-03T20:15:46.245" v="569"/>
      <pc:docMkLst>
        <pc:docMk/>
      </pc:docMkLst>
      <pc:sldChg chg="modSp mod">
        <pc:chgData name="Anna Bolen -X (abolen - UNICON INC at Cisco)" userId="8fcf5b57-97b6-40ce-9683-275924855fa8" providerId="ADAL" clId="{126C88BE-9527-4F41-B281-47FF235F34CE}" dt="2022-10-31T19:12:38.429" v="0" actId="14100"/>
        <pc:sldMkLst>
          <pc:docMk/>
          <pc:sldMk cId="0" sldId="256"/>
        </pc:sldMkLst>
        <pc:spChg chg="mod">
          <ac:chgData name="Anna Bolen -X (abolen - UNICON INC at Cisco)" userId="8fcf5b57-97b6-40ce-9683-275924855fa8" providerId="ADAL" clId="{126C88BE-9527-4F41-B281-47FF235F34CE}" dt="2022-10-31T19:12:38.429" v="0" actId="14100"/>
          <ac:spMkLst>
            <pc:docMk/>
            <pc:sldMk cId="0" sldId="256"/>
            <ac:spMk id="3" creationId="{00000000-0000-0000-0000-000000000000}"/>
          </ac:spMkLst>
        </pc:spChg>
      </pc:sldChg>
      <pc:sldChg chg="modSp add del">
        <pc:chgData name="Anna Bolen -X (abolen - UNICON INC at Cisco)" userId="8fcf5b57-97b6-40ce-9683-275924855fa8" providerId="ADAL" clId="{126C88BE-9527-4F41-B281-47FF235F34CE}" dt="2022-11-03T19:58:23.250" v="369"/>
        <pc:sldMkLst>
          <pc:docMk/>
          <pc:sldMk cId="0" sldId="257"/>
        </pc:sldMkLst>
        <pc:spChg chg="mod">
          <ac:chgData name="Anna Bolen -X (abolen - UNICON INC at Cisco)" userId="8fcf5b57-97b6-40ce-9683-275924855fa8" providerId="ADAL" clId="{126C88BE-9527-4F41-B281-47FF235F34CE}" dt="2022-11-03T19:58:10.561" v="368"/>
          <ac:spMkLst>
            <pc:docMk/>
            <pc:sldMk cId="0" sldId="257"/>
            <ac:spMk id="25" creationId="{00000000-0000-0000-0000-000000000000}"/>
          </ac:spMkLst>
        </pc:spChg>
      </pc:sldChg>
      <pc:sldChg chg="modSp add del">
        <pc:chgData name="Anna Bolen -X (abolen - UNICON INC at Cisco)" userId="8fcf5b57-97b6-40ce-9683-275924855fa8" providerId="ADAL" clId="{126C88BE-9527-4F41-B281-47FF235F34CE}" dt="2022-11-03T19:58:23.250" v="369"/>
        <pc:sldMkLst>
          <pc:docMk/>
          <pc:sldMk cId="0" sldId="258"/>
        </pc:sldMkLst>
        <pc:spChg chg="mod">
          <ac:chgData name="Anna Bolen -X (abolen - UNICON INC at Cisco)" userId="8fcf5b57-97b6-40ce-9683-275924855fa8" providerId="ADAL" clId="{126C88BE-9527-4F41-B281-47FF235F34CE}" dt="2022-11-03T19:58:10.561" v="368"/>
          <ac:spMkLst>
            <pc:docMk/>
            <pc:sldMk cId="0" sldId="258"/>
            <ac:spMk id="25" creationId="{00000000-0000-0000-0000-000000000000}"/>
          </ac:spMkLst>
        </pc:spChg>
      </pc:sldChg>
      <pc:sldChg chg="modSp add del mod">
        <pc:chgData name="Anna Bolen -X (abolen - UNICON INC at Cisco)" userId="8fcf5b57-97b6-40ce-9683-275924855fa8" providerId="ADAL" clId="{126C88BE-9527-4F41-B281-47FF235F34CE}" dt="2022-11-03T20:10:32.503" v="526" actId="13244"/>
        <pc:sldMkLst>
          <pc:docMk/>
          <pc:sldMk cId="0" sldId="259"/>
        </pc:sldMkLst>
        <pc:spChg chg="ord">
          <ac:chgData name="Anna Bolen -X (abolen - UNICON INC at Cisco)" userId="8fcf5b57-97b6-40ce-9683-275924855fa8" providerId="ADAL" clId="{126C88BE-9527-4F41-B281-47FF235F34CE}" dt="2022-11-03T20:10:32.503" v="526" actId="13244"/>
          <ac:spMkLst>
            <pc:docMk/>
            <pc:sldMk cId="0" sldId="259"/>
            <ac:spMk id="4" creationId="{31E8D1AB-6919-3FF9-F586-59A9DEAF6AD3}"/>
          </ac:spMkLst>
        </pc:spChg>
        <pc:spChg chg="mod">
          <ac:chgData name="Anna Bolen -X (abolen - UNICON INC at Cisco)" userId="8fcf5b57-97b6-40ce-9683-275924855fa8" providerId="ADAL" clId="{126C88BE-9527-4F41-B281-47FF235F34CE}" dt="2022-11-03T19:58:10.561" v="368"/>
          <ac:spMkLst>
            <pc:docMk/>
            <pc:sldMk cId="0" sldId="259"/>
            <ac:spMk id="25" creationId="{00000000-0000-0000-0000-000000000000}"/>
          </ac:spMkLst>
        </pc:spChg>
      </pc:sldChg>
      <pc:sldChg chg="delSp modSp add del mod">
        <pc:chgData name="Anna Bolen -X (abolen - UNICON INC at Cisco)" userId="8fcf5b57-97b6-40ce-9683-275924855fa8" providerId="ADAL" clId="{126C88BE-9527-4F41-B281-47FF235F34CE}" dt="2022-11-03T20:11:06.306" v="530" actId="13244"/>
        <pc:sldMkLst>
          <pc:docMk/>
          <pc:sldMk cId="0" sldId="260"/>
        </pc:sldMkLst>
        <pc:spChg chg="mod">
          <ac:chgData name="Anna Bolen -X (abolen - UNICON INC at Cisco)" userId="8fcf5b57-97b6-40ce-9683-275924855fa8" providerId="ADAL" clId="{126C88BE-9527-4F41-B281-47FF235F34CE}" dt="2022-11-03T20:07:16.873" v="473" actId="20577"/>
          <ac:spMkLst>
            <pc:docMk/>
            <pc:sldMk cId="0" sldId="260"/>
            <ac:spMk id="2" creationId="{00000000-0000-0000-0000-000000000000}"/>
          </ac:spMkLst>
        </pc:spChg>
        <pc:spChg chg="del mod">
          <ac:chgData name="Anna Bolen -X (abolen - UNICON INC at Cisco)" userId="8fcf5b57-97b6-40ce-9683-275924855fa8" providerId="ADAL" clId="{126C88BE-9527-4F41-B281-47FF235F34CE}" dt="2022-11-03T20:11:00.931" v="529" actId="478"/>
          <ac:spMkLst>
            <pc:docMk/>
            <pc:sldMk cId="0" sldId="260"/>
            <ac:spMk id="3" creationId="{00000000-0000-0000-0000-000000000000}"/>
          </ac:spMkLst>
        </pc:spChg>
        <pc:spChg chg="ord">
          <ac:chgData name="Anna Bolen -X (abolen - UNICON INC at Cisco)" userId="8fcf5b57-97b6-40ce-9683-275924855fa8" providerId="ADAL" clId="{126C88BE-9527-4F41-B281-47FF235F34CE}" dt="2022-11-03T20:11:06.306" v="530" actId="13244"/>
          <ac:spMkLst>
            <pc:docMk/>
            <pc:sldMk cId="0" sldId="260"/>
            <ac:spMk id="5" creationId="{7188AF34-F17D-65FE-91B6-733B90851DC8}"/>
          </ac:spMkLst>
        </pc:spChg>
        <pc:spChg chg="mod">
          <ac:chgData name="Anna Bolen -X (abolen - UNICON INC at Cisco)" userId="8fcf5b57-97b6-40ce-9683-275924855fa8" providerId="ADAL" clId="{126C88BE-9527-4F41-B281-47FF235F34CE}" dt="2022-11-03T19:58:10.561" v="368"/>
          <ac:spMkLst>
            <pc:docMk/>
            <pc:sldMk cId="0" sldId="260"/>
            <ac:spMk id="25" creationId="{00000000-0000-0000-0000-000000000000}"/>
          </ac:spMkLst>
        </pc:spChg>
        <pc:graphicFrameChg chg="mod ord modGraphic">
          <ac:chgData name="Anna Bolen -X (abolen - UNICON INC at Cisco)" userId="8fcf5b57-97b6-40ce-9683-275924855fa8" providerId="ADAL" clId="{126C88BE-9527-4F41-B281-47FF235F34CE}" dt="2022-11-03T20:10:48.291" v="528" actId="13244"/>
          <ac:graphicFrameMkLst>
            <pc:docMk/>
            <pc:sldMk cId="0" sldId="260"/>
            <ac:graphicFrameMk id="4" creationId="{40064EF4-EE2B-342C-EA9E-699582F380FF}"/>
          </ac:graphicFrameMkLst>
        </pc:graphicFrameChg>
      </pc:sldChg>
      <pc:sldChg chg="modSp add del mod">
        <pc:chgData name="Anna Bolen -X (abolen - UNICON INC at Cisco)" userId="8fcf5b57-97b6-40ce-9683-275924855fa8" providerId="ADAL" clId="{126C88BE-9527-4F41-B281-47FF235F34CE}" dt="2022-11-03T20:10:02.162" v="517" actId="255"/>
        <pc:sldMkLst>
          <pc:docMk/>
          <pc:sldMk cId="0" sldId="261"/>
        </pc:sldMkLst>
        <pc:spChg chg="mod">
          <ac:chgData name="Anna Bolen -X (abolen - UNICON INC at Cisco)" userId="8fcf5b57-97b6-40ce-9683-275924855fa8" providerId="ADAL" clId="{126C88BE-9527-4F41-B281-47FF235F34CE}" dt="2022-11-03T20:10:02.162" v="517" actId="255"/>
          <ac:spMkLst>
            <pc:docMk/>
            <pc:sldMk cId="0" sldId="261"/>
            <ac:spMk id="2" creationId="{00000000-0000-0000-0000-000000000000}"/>
          </ac:spMkLst>
        </pc:spChg>
        <pc:spChg chg="mod">
          <ac:chgData name="Anna Bolen -X (abolen - UNICON INC at Cisco)" userId="8fcf5b57-97b6-40ce-9683-275924855fa8" providerId="ADAL" clId="{126C88BE-9527-4F41-B281-47FF235F34CE}" dt="2022-11-03T20:09:49.723" v="515" actId="207"/>
          <ac:spMkLst>
            <pc:docMk/>
            <pc:sldMk cId="0" sldId="261"/>
            <ac:spMk id="3" creationId="{00000000-0000-0000-0000-000000000000}"/>
          </ac:spMkLst>
        </pc:spChg>
        <pc:spChg chg="mod">
          <ac:chgData name="Anna Bolen -X (abolen - UNICON INC at Cisco)" userId="8fcf5b57-97b6-40ce-9683-275924855fa8" providerId="ADAL" clId="{126C88BE-9527-4F41-B281-47FF235F34CE}" dt="2022-11-03T19:58:10.561" v="368"/>
          <ac:spMkLst>
            <pc:docMk/>
            <pc:sldMk cId="0" sldId="261"/>
            <ac:spMk id="25" creationId="{00000000-0000-0000-0000-000000000000}"/>
          </ac:spMkLst>
        </pc:spChg>
      </pc:sldChg>
      <pc:sldChg chg="modSp mod">
        <pc:chgData name="Anna Bolen -X (abolen - UNICON INC at Cisco)" userId="8fcf5b57-97b6-40ce-9683-275924855fa8" providerId="ADAL" clId="{126C88BE-9527-4F41-B281-47FF235F34CE}" dt="2022-10-31T19:22:57.182" v="134" actId="13244"/>
        <pc:sldMkLst>
          <pc:docMk/>
          <pc:sldMk cId="0" sldId="264"/>
        </pc:sldMkLst>
        <pc:spChg chg="mod">
          <ac:chgData name="Anna Bolen -X (abolen - UNICON INC at Cisco)" userId="8fcf5b57-97b6-40ce-9683-275924855fa8" providerId="ADAL" clId="{126C88BE-9527-4F41-B281-47FF235F34CE}" dt="2022-10-31T19:21:14.382" v="105" actId="1035"/>
          <ac:spMkLst>
            <pc:docMk/>
            <pc:sldMk cId="0" sldId="264"/>
            <ac:spMk id="2" creationId="{00000000-0000-0000-0000-000000000000}"/>
          </ac:spMkLst>
        </pc:spChg>
        <pc:spChg chg="mod">
          <ac:chgData name="Anna Bolen -X (abolen - UNICON INC at Cisco)" userId="8fcf5b57-97b6-40ce-9683-275924855fa8" providerId="ADAL" clId="{126C88BE-9527-4F41-B281-47FF235F34CE}" dt="2022-10-31T19:21:57.247" v="130" actId="1038"/>
          <ac:spMkLst>
            <pc:docMk/>
            <pc:sldMk cId="0" sldId="264"/>
            <ac:spMk id="3" creationId="{00000000-0000-0000-0000-000000000000}"/>
          </ac:spMkLst>
        </pc:spChg>
        <pc:spChg chg="mod">
          <ac:chgData name="Anna Bolen -X (abolen - UNICON INC at Cisco)" userId="8fcf5b57-97b6-40ce-9683-275924855fa8" providerId="ADAL" clId="{126C88BE-9527-4F41-B281-47FF235F34CE}" dt="2022-10-31T19:22:19.728" v="133" actId="14100"/>
          <ac:spMkLst>
            <pc:docMk/>
            <pc:sldMk cId="0" sldId="264"/>
            <ac:spMk id="5" creationId="{00000000-0000-0000-0000-000000000000}"/>
          </ac:spMkLst>
        </pc:spChg>
        <pc:picChg chg="ord">
          <ac:chgData name="Anna Bolen -X (abolen - UNICON INC at Cisco)" userId="8fcf5b57-97b6-40ce-9683-275924855fa8" providerId="ADAL" clId="{126C88BE-9527-4F41-B281-47FF235F34CE}" dt="2022-10-31T19:22:57.182" v="134" actId="13244"/>
          <ac:picMkLst>
            <pc:docMk/>
            <pc:sldMk cId="0" sldId="264"/>
            <ac:picMk id="6" creationId="{46D6A46A-CBE9-9D20-7272-3104974AD40D}"/>
          </ac:picMkLst>
        </pc:picChg>
      </pc:sldChg>
      <pc:sldChg chg="delCm">
        <pc:chgData name="Anna Bolen -X (abolen - UNICON INC at Cisco)" userId="8fcf5b57-97b6-40ce-9683-275924855fa8" providerId="ADAL" clId="{126C88BE-9527-4F41-B281-47FF235F34CE}" dt="2022-10-31T19:24:23.903" v="152"/>
        <pc:sldMkLst>
          <pc:docMk/>
          <pc:sldMk cId="0" sldId="266"/>
        </pc:sldMkLst>
      </pc:sldChg>
      <pc:sldChg chg="modSp mod">
        <pc:chgData name="Anna Bolen -X (abolen - UNICON INC at Cisco)" userId="8fcf5b57-97b6-40ce-9683-275924855fa8" providerId="ADAL" clId="{126C88BE-9527-4F41-B281-47FF235F34CE}" dt="2022-10-31T19:24:58.441" v="158" actId="1036"/>
        <pc:sldMkLst>
          <pc:docMk/>
          <pc:sldMk cId="0" sldId="267"/>
        </pc:sldMkLst>
        <pc:graphicFrameChg chg="mod modGraphic">
          <ac:chgData name="Anna Bolen -X (abolen - UNICON INC at Cisco)" userId="8fcf5b57-97b6-40ce-9683-275924855fa8" providerId="ADAL" clId="{126C88BE-9527-4F41-B281-47FF235F34CE}" dt="2022-10-31T19:24:58.441" v="158" actId="1036"/>
          <ac:graphicFrameMkLst>
            <pc:docMk/>
            <pc:sldMk cId="0" sldId="267"/>
            <ac:graphicFrameMk id="13" creationId="{00000000-0000-0000-0000-000000000000}"/>
          </ac:graphicFrameMkLst>
        </pc:graphicFrameChg>
      </pc:sldChg>
      <pc:sldChg chg="modSp mod delCm modCm">
        <pc:chgData name="Anna Bolen -X (abolen - UNICON INC at Cisco)" userId="8fcf5b57-97b6-40ce-9683-275924855fa8" providerId="ADAL" clId="{126C88BE-9527-4F41-B281-47FF235F34CE}" dt="2022-10-31T19:25:40.942" v="162" actId="13244"/>
        <pc:sldMkLst>
          <pc:docMk/>
          <pc:sldMk cId="0" sldId="268"/>
        </pc:sldMkLst>
        <pc:spChg chg="mod">
          <ac:chgData name="Anna Bolen -X (abolen - UNICON INC at Cisco)" userId="8fcf5b57-97b6-40ce-9683-275924855fa8" providerId="ADAL" clId="{126C88BE-9527-4F41-B281-47FF235F34CE}" dt="2022-10-31T19:25:34.858" v="161" actId="14100"/>
          <ac:spMkLst>
            <pc:docMk/>
            <pc:sldMk cId="0" sldId="268"/>
            <ac:spMk id="3" creationId="{00000000-0000-0000-0000-000000000000}"/>
          </ac:spMkLst>
        </pc:spChg>
        <pc:spChg chg="ord">
          <ac:chgData name="Anna Bolen -X (abolen - UNICON INC at Cisco)" userId="8fcf5b57-97b6-40ce-9683-275924855fa8" providerId="ADAL" clId="{126C88BE-9527-4F41-B281-47FF235F34CE}" dt="2022-10-31T19:25:40.942" v="162" actId="13244"/>
          <ac:spMkLst>
            <pc:docMk/>
            <pc:sldMk cId="0" sldId="268"/>
            <ac:spMk id="5" creationId="{BF9570E3-2A9C-477D-C3D5-CFE37337250C}"/>
          </ac:spMkLst>
        </pc:spChg>
      </pc:sldChg>
      <pc:sldChg chg="modSp mod">
        <pc:chgData name="Anna Bolen -X (abolen - UNICON INC at Cisco)" userId="8fcf5b57-97b6-40ce-9683-275924855fa8" providerId="ADAL" clId="{126C88BE-9527-4F41-B281-47FF235F34CE}" dt="2022-10-31T19:26:08.509" v="163" actId="255"/>
        <pc:sldMkLst>
          <pc:docMk/>
          <pc:sldMk cId="0" sldId="270"/>
        </pc:sldMkLst>
        <pc:graphicFrameChg chg="modGraphic">
          <ac:chgData name="Anna Bolen -X (abolen - UNICON INC at Cisco)" userId="8fcf5b57-97b6-40ce-9683-275924855fa8" providerId="ADAL" clId="{126C88BE-9527-4F41-B281-47FF235F34CE}" dt="2022-10-31T19:26:08.509" v="163" actId="255"/>
          <ac:graphicFrameMkLst>
            <pc:docMk/>
            <pc:sldMk cId="0" sldId="270"/>
            <ac:graphicFrameMk id="16" creationId="{00000000-0000-0000-0000-000000000000}"/>
          </ac:graphicFrameMkLst>
        </pc:graphicFrameChg>
      </pc:sldChg>
      <pc:sldChg chg="modSp mod delCm">
        <pc:chgData name="Anna Bolen -X (abolen - UNICON INC at Cisco)" userId="8fcf5b57-97b6-40ce-9683-275924855fa8" providerId="ADAL" clId="{126C88BE-9527-4F41-B281-47FF235F34CE}" dt="2022-10-31T19:28:28.872" v="178"/>
        <pc:sldMkLst>
          <pc:docMk/>
          <pc:sldMk cId="0" sldId="271"/>
        </pc:sldMkLst>
        <pc:graphicFrameChg chg="modGraphic">
          <ac:chgData name="Anna Bolen -X (abolen - UNICON INC at Cisco)" userId="8fcf5b57-97b6-40ce-9683-275924855fa8" providerId="ADAL" clId="{126C88BE-9527-4F41-B281-47FF235F34CE}" dt="2022-10-31T19:28:16.204" v="177" actId="255"/>
          <ac:graphicFrameMkLst>
            <pc:docMk/>
            <pc:sldMk cId="0" sldId="271"/>
            <ac:graphicFrameMk id="17" creationId="{00000000-0000-0000-0000-000000000000}"/>
          </ac:graphicFrameMkLst>
        </pc:graphicFrameChg>
      </pc:sldChg>
      <pc:sldChg chg="delCm">
        <pc:chgData name="Anna Bolen -X (abolen - UNICON INC at Cisco)" userId="8fcf5b57-97b6-40ce-9683-275924855fa8" providerId="ADAL" clId="{126C88BE-9527-4F41-B281-47FF235F34CE}" dt="2022-10-31T19:28:36.404" v="179"/>
        <pc:sldMkLst>
          <pc:docMk/>
          <pc:sldMk cId="0" sldId="272"/>
        </pc:sldMkLst>
      </pc:sldChg>
      <pc:sldChg chg="modSp mod delCm">
        <pc:chgData name="Anna Bolen -X (abolen - UNICON INC at Cisco)" userId="8fcf5b57-97b6-40ce-9683-275924855fa8" providerId="ADAL" clId="{126C88BE-9527-4F41-B281-47FF235F34CE}" dt="2022-10-31T19:29:16.572" v="228"/>
        <pc:sldMkLst>
          <pc:docMk/>
          <pc:sldMk cId="0" sldId="273"/>
        </pc:sldMkLst>
        <pc:spChg chg="mod">
          <ac:chgData name="Anna Bolen -X (abolen - UNICON INC at Cisco)" userId="8fcf5b57-97b6-40ce-9683-275924855fa8" providerId="ADAL" clId="{126C88BE-9527-4F41-B281-47FF235F34CE}" dt="2022-10-31T19:28:55.886" v="200" actId="1037"/>
          <ac:spMkLst>
            <pc:docMk/>
            <pc:sldMk cId="0" sldId="273"/>
            <ac:spMk id="2" creationId="{00000000-0000-0000-0000-000000000000}"/>
          </ac:spMkLst>
        </pc:spChg>
        <pc:spChg chg="mod">
          <ac:chgData name="Anna Bolen -X (abolen - UNICON INC at Cisco)" userId="8fcf5b57-97b6-40ce-9683-275924855fa8" providerId="ADAL" clId="{126C88BE-9527-4F41-B281-47FF235F34CE}" dt="2022-10-31T19:29:02.859" v="227" actId="1038"/>
          <ac:spMkLst>
            <pc:docMk/>
            <pc:sldMk cId="0" sldId="273"/>
            <ac:spMk id="3" creationId="{00000000-0000-0000-0000-000000000000}"/>
          </ac:spMkLst>
        </pc:spChg>
        <pc:spChg chg="mod">
          <ac:chgData name="Anna Bolen -X (abolen - UNICON INC at Cisco)" userId="8fcf5b57-97b6-40ce-9683-275924855fa8" providerId="ADAL" clId="{126C88BE-9527-4F41-B281-47FF235F34CE}" dt="2022-10-31T19:28:44.985" v="180" actId="2711"/>
          <ac:spMkLst>
            <pc:docMk/>
            <pc:sldMk cId="0" sldId="273"/>
            <ac:spMk id="5" creationId="{00000000-0000-0000-0000-000000000000}"/>
          </ac:spMkLst>
        </pc:spChg>
      </pc:sldChg>
      <pc:sldChg chg="modSp mod delCm">
        <pc:chgData name="Anna Bolen -X (abolen - UNICON INC at Cisco)" userId="8fcf5b57-97b6-40ce-9683-275924855fa8" providerId="ADAL" clId="{126C88BE-9527-4F41-B281-47FF235F34CE}" dt="2022-10-31T19:29:44.872" v="231"/>
        <pc:sldMkLst>
          <pc:docMk/>
          <pc:sldMk cId="0" sldId="274"/>
        </pc:sldMkLst>
        <pc:spChg chg="mod">
          <ac:chgData name="Anna Bolen -X (abolen - UNICON INC at Cisco)" userId="8fcf5b57-97b6-40ce-9683-275924855fa8" providerId="ADAL" clId="{126C88BE-9527-4F41-B281-47FF235F34CE}" dt="2022-10-31T19:29:25.960" v="230" actId="255"/>
          <ac:spMkLst>
            <pc:docMk/>
            <pc:sldMk cId="0" sldId="274"/>
            <ac:spMk id="5" creationId="{00000000-0000-0000-0000-000000000000}"/>
          </ac:spMkLst>
        </pc:spChg>
      </pc:sldChg>
      <pc:sldChg chg="modSp mod">
        <pc:chgData name="Anna Bolen -X (abolen - UNICON INC at Cisco)" userId="8fcf5b57-97b6-40ce-9683-275924855fa8" providerId="ADAL" clId="{126C88BE-9527-4F41-B281-47FF235F34CE}" dt="2022-10-31T19:32:14.225" v="247" actId="14100"/>
        <pc:sldMkLst>
          <pc:docMk/>
          <pc:sldMk cId="0" sldId="276"/>
        </pc:sldMkLst>
        <pc:spChg chg="mod">
          <ac:chgData name="Anna Bolen -X (abolen - UNICON INC at Cisco)" userId="8fcf5b57-97b6-40ce-9683-275924855fa8" providerId="ADAL" clId="{126C88BE-9527-4F41-B281-47FF235F34CE}" dt="2022-10-31T19:32:14.225" v="247" actId="14100"/>
          <ac:spMkLst>
            <pc:docMk/>
            <pc:sldMk cId="0" sldId="276"/>
            <ac:spMk id="2" creationId="{00000000-0000-0000-0000-000000000000}"/>
          </ac:spMkLst>
        </pc:spChg>
      </pc:sldChg>
      <pc:sldChg chg="modSp mod delCm">
        <pc:chgData name="Anna Bolen -X (abolen - UNICON INC at Cisco)" userId="8fcf5b57-97b6-40ce-9683-275924855fa8" providerId="ADAL" clId="{126C88BE-9527-4F41-B281-47FF235F34CE}" dt="2022-10-31T22:25:30.424" v="336" actId="13244"/>
        <pc:sldMkLst>
          <pc:docMk/>
          <pc:sldMk cId="0" sldId="277"/>
        </pc:sldMkLst>
        <pc:spChg chg="mod">
          <ac:chgData name="Anna Bolen -X (abolen - UNICON INC at Cisco)" userId="8fcf5b57-97b6-40ce-9683-275924855fa8" providerId="ADAL" clId="{126C88BE-9527-4F41-B281-47FF235F34CE}" dt="2022-10-31T19:32:29.660" v="248" actId="14100"/>
          <ac:spMkLst>
            <pc:docMk/>
            <pc:sldMk cId="0" sldId="277"/>
            <ac:spMk id="3" creationId="{00000000-0000-0000-0000-000000000000}"/>
          </ac:spMkLst>
        </pc:spChg>
        <pc:picChg chg="ord">
          <ac:chgData name="Anna Bolen -X (abolen - UNICON INC at Cisco)" userId="8fcf5b57-97b6-40ce-9683-275924855fa8" providerId="ADAL" clId="{126C88BE-9527-4F41-B281-47FF235F34CE}" dt="2022-10-31T22:25:30.424" v="336" actId="13244"/>
          <ac:picMkLst>
            <pc:docMk/>
            <pc:sldMk cId="0" sldId="277"/>
            <ac:picMk id="4" creationId="{180C570D-648A-C472-547E-77865DA28D86}"/>
          </ac:picMkLst>
        </pc:picChg>
      </pc:sldChg>
      <pc:sldChg chg="modSp mod delCm">
        <pc:chgData name="Anna Bolen -X (abolen - UNICON INC at Cisco)" userId="8fcf5b57-97b6-40ce-9683-275924855fa8" providerId="ADAL" clId="{126C88BE-9527-4F41-B281-47FF235F34CE}" dt="2022-10-31T19:34:18.722" v="262"/>
        <pc:sldMkLst>
          <pc:docMk/>
          <pc:sldMk cId="0" sldId="278"/>
        </pc:sldMkLst>
        <pc:spChg chg="mod">
          <ac:chgData name="Anna Bolen -X (abolen - UNICON INC at Cisco)" userId="8fcf5b57-97b6-40ce-9683-275924855fa8" providerId="ADAL" clId="{126C88BE-9527-4F41-B281-47FF235F34CE}" dt="2022-10-31T19:32:55.965" v="259" actId="1035"/>
          <ac:spMkLst>
            <pc:docMk/>
            <pc:sldMk cId="0" sldId="278"/>
            <ac:spMk id="3" creationId="{00000000-0000-0000-0000-000000000000}"/>
          </ac:spMkLst>
        </pc:spChg>
        <pc:spChg chg="mod">
          <ac:chgData name="Anna Bolen -X (abolen - UNICON INC at Cisco)" userId="8fcf5b57-97b6-40ce-9683-275924855fa8" providerId="ADAL" clId="{126C88BE-9527-4F41-B281-47FF235F34CE}" dt="2022-10-31T19:34:11.405" v="261" actId="12"/>
          <ac:spMkLst>
            <pc:docMk/>
            <pc:sldMk cId="0" sldId="278"/>
            <ac:spMk id="5" creationId="{00000000-0000-0000-0000-000000000000}"/>
          </ac:spMkLst>
        </pc:spChg>
      </pc:sldChg>
      <pc:sldChg chg="modSp mod delCm">
        <pc:chgData name="Anna Bolen -X (abolen - UNICON INC at Cisco)" userId="8fcf5b57-97b6-40ce-9683-275924855fa8" providerId="ADAL" clId="{126C88BE-9527-4F41-B281-47FF235F34CE}" dt="2022-10-31T22:26:12.571" v="340" actId="962"/>
        <pc:sldMkLst>
          <pc:docMk/>
          <pc:sldMk cId="0" sldId="279"/>
        </pc:sldMkLst>
        <pc:spChg chg="mod">
          <ac:chgData name="Anna Bolen -X (abolen - UNICON INC at Cisco)" userId="8fcf5b57-97b6-40ce-9683-275924855fa8" providerId="ADAL" clId="{126C88BE-9527-4F41-B281-47FF235F34CE}" dt="2022-10-31T19:35:18.121" v="286" actId="1035"/>
          <ac:spMkLst>
            <pc:docMk/>
            <pc:sldMk cId="0" sldId="279"/>
            <ac:spMk id="2" creationId="{00000000-0000-0000-0000-000000000000}"/>
          </ac:spMkLst>
        </pc:spChg>
        <pc:spChg chg="mod">
          <ac:chgData name="Anna Bolen -X (abolen - UNICON INC at Cisco)" userId="8fcf5b57-97b6-40ce-9683-275924855fa8" providerId="ADAL" clId="{126C88BE-9527-4F41-B281-47FF235F34CE}" dt="2022-10-31T19:35:22.981" v="293" actId="1036"/>
          <ac:spMkLst>
            <pc:docMk/>
            <pc:sldMk cId="0" sldId="279"/>
            <ac:spMk id="3" creationId="{00000000-0000-0000-0000-000000000000}"/>
          </ac:spMkLst>
        </pc:spChg>
        <pc:spChg chg="mod">
          <ac:chgData name="Anna Bolen -X (abolen - UNICON INC at Cisco)" userId="8fcf5b57-97b6-40ce-9683-275924855fa8" providerId="ADAL" clId="{126C88BE-9527-4F41-B281-47FF235F34CE}" dt="2022-10-31T19:35:29.102" v="294" actId="14100"/>
          <ac:spMkLst>
            <pc:docMk/>
            <pc:sldMk cId="0" sldId="279"/>
            <ac:spMk id="5" creationId="{00000000-0000-0000-0000-000000000000}"/>
          </ac:spMkLst>
        </pc:spChg>
        <pc:spChg chg="mod">
          <ac:chgData name="Anna Bolen -X (abolen - UNICON INC at Cisco)" userId="8fcf5b57-97b6-40ce-9683-275924855fa8" providerId="ADAL" clId="{126C88BE-9527-4F41-B281-47FF235F34CE}" dt="2022-10-31T19:35:40.962" v="313" actId="1036"/>
          <ac:spMkLst>
            <pc:docMk/>
            <pc:sldMk cId="0" sldId="279"/>
            <ac:spMk id="7" creationId="{4E26D6EB-D23A-8BEA-FC32-BEB5D9E71442}"/>
          </ac:spMkLst>
        </pc:spChg>
        <pc:spChg chg="ord">
          <ac:chgData name="Anna Bolen -X (abolen - UNICON INC at Cisco)" userId="8fcf5b57-97b6-40ce-9683-275924855fa8" providerId="ADAL" clId="{126C88BE-9527-4F41-B281-47FF235F34CE}" dt="2022-10-31T22:26:04.925" v="338" actId="13244"/>
          <ac:spMkLst>
            <pc:docMk/>
            <pc:sldMk cId="0" sldId="279"/>
            <ac:spMk id="25" creationId="{00000000-0000-0000-0000-000000000000}"/>
          </ac:spMkLst>
        </pc:spChg>
        <pc:picChg chg="mod ord">
          <ac:chgData name="Anna Bolen -X (abolen - UNICON INC at Cisco)" userId="8fcf5b57-97b6-40ce-9683-275924855fa8" providerId="ADAL" clId="{126C88BE-9527-4F41-B281-47FF235F34CE}" dt="2022-10-31T22:26:12.571" v="340" actId="962"/>
          <ac:picMkLst>
            <pc:docMk/>
            <pc:sldMk cId="0" sldId="279"/>
            <ac:picMk id="6" creationId="{E0C6121D-CB29-3064-4967-2D312659FEEF}"/>
          </ac:picMkLst>
        </pc:picChg>
      </pc:sldChg>
      <pc:sldChg chg="modSp mod delCm">
        <pc:chgData name="Anna Bolen -X (abolen - UNICON INC at Cisco)" userId="8fcf5b57-97b6-40ce-9683-275924855fa8" providerId="ADAL" clId="{126C88BE-9527-4F41-B281-47FF235F34CE}" dt="2022-10-31T22:25:03.393" v="334" actId="1035"/>
        <pc:sldMkLst>
          <pc:docMk/>
          <pc:sldMk cId="0" sldId="280"/>
        </pc:sldMkLst>
        <pc:spChg chg="mod">
          <ac:chgData name="Anna Bolen -X (abolen - UNICON INC at Cisco)" userId="8fcf5b57-97b6-40ce-9683-275924855fa8" providerId="ADAL" clId="{126C88BE-9527-4F41-B281-47FF235F34CE}" dt="2022-10-31T22:24:51.265" v="328" actId="1038"/>
          <ac:spMkLst>
            <pc:docMk/>
            <pc:sldMk cId="0" sldId="280"/>
            <ac:spMk id="2" creationId="{00000000-0000-0000-0000-000000000000}"/>
          </ac:spMkLst>
        </pc:spChg>
        <pc:spChg chg="mod">
          <ac:chgData name="Anna Bolen -X (abolen - UNICON INC at Cisco)" userId="8fcf5b57-97b6-40ce-9683-275924855fa8" providerId="ADAL" clId="{126C88BE-9527-4F41-B281-47FF235F34CE}" dt="2022-10-31T22:25:03.393" v="334" actId="1035"/>
          <ac:spMkLst>
            <pc:docMk/>
            <pc:sldMk cId="0" sldId="280"/>
            <ac:spMk id="3" creationId="{00000000-0000-0000-0000-000000000000}"/>
          </ac:spMkLst>
        </pc:spChg>
      </pc:sldChg>
      <pc:sldChg chg="delCm">
        <pc:chgData name="Anna Bolen -X (abolen - UNICON INC at Cisco)" userId="8fcf5b57-97b6-40ce-9683-275924855fa8" providerId="ADAL" clId="{126C88BE-9527-4F41-B281-47FF235F34CE}" dt="2022-10-31T22:28:14.274" v="359"/>
        <pc:sldMkLst>
          <pc:docMk/>
          <pc:sldMk cId="0" sldId="281"/>
        </pc:sldMkLst>
      </pc:sldChg>
      <pc:sldChg chg="modSp mod">
        <pc:chgData name="Anna Bolen -X (abolen - UNICON INC at Cisco)" userId="8fcf5b57-97b6-40ce-9683-275924855fa8" providerId="ADAL" clId="{126C88BE-9527-4F41-B281-47FF235F34CE}" dt="2022-10-31T22:28:32.276" v="361" actId="14100"/>
        <pc:sldMkLst>
          <pc:docMk/>
          <pc:sldMk cId="0" sldId="283"/>
        </pc:sldMkLst>
        <pc:spChg chg="mod">
          <ac:chgData name="Anna Bolen -X (abolen - UNICON INC at Cisco)" userId="8fcf5b57-97b6-40ce-9683-275924855fa8" providerId="ADAL" clId="{126C88BE-9527-4F41-B281-47FF235F34CE}" dt="2022-10-31T22:28:32.276" v="361" actId="14100"/>
          <ac:spMkLst>
            <pc:docMk/>
            <pc:sldMk cId="0" sldId="283"/>
            <ac:spMk id="2" creationId="{00000000-0000-0000-0000-000000000000}"/>
          </ac:spMkLst>
        </pc:spChg>
      </pc:sldChg>
      <pc:sldChg chg="modSp mod delCm">
        <pc:chgData name="Anna Bolen -X (abolen - UNICON INC at Cisco)" userId="8fcf5b57-97b6-40ce-9683-275924855fa8" providerId="ADAL" clId="{126C88BE-9527-4F41-B281-47FF235F34CE}" dt="2022-11-03T20:15:10.599" v="567"/>
        <pc:sldMkLst>
          <pc:docMk/>
          <pc:sldMk cId="0" sldId="284"/>
        </pc:sldMkLst>
        <pc:spChg chg="mod">
          <ac:chgData name="Anna Bolen -X (abolen - UNICON INC at Cisco)" userId="8fcf5b57-97b6-40ce-9683-275924855fa8" providerId="ADAL" clId="{126C88BE-9527-4F41-B281-47FF235F34CE}" dt="2022-10-31T22:28:44.794" v="363" actId="12"/>
          <ac:spMkLst>
            <pc:docMk/>
            <pc:sldMk cId="0" sldId="284"/>
            <ac:spMk id="5" creationId="{00000000-0000-0000-0000-000000000000}"/>
          </ac:spMkLst>
        </pc:spChg>
      </pc:sldChg>
      <pc:sldChg chg="modSp del mod delCm">
        <pc:chgData name="Anna Bolen -X (abolen - UNICON INC at Cisco)" userId="8fcf5b57-97b6-40ce-9683-275924855fa8" providerId="ADAL" clId="{126C88BE-9527-4F41-B281-47FF235F34CE}" dt="2022-11-03T20:02:20.909" v="438" actId="2696"/>
        <pc:sldMkLst>
          <pc:docMk/>
          <pc:sldMk cId="174566605" sldId="286"/>
        </pc:sldMkLst>
        <pc:spChg chg="mod">
          <ac:chgData name="Anna Bolen -X (abolen - UNICON INC at Cisco)" userId="8fcf5b57-97b6-40ce-9683-275924855fa8" providerId="ADAL" clId="{126C88BE-9527-4F41-B281-47FF235F34CE}" dt="2022-10-31T19:18:59.088" v="41" actId="1038"/>
          <ac:spMkLst>
            <pc:docMk/>
            <pc:sldMk cId="174566605" sldId="286"/>
            <ac:spMk id="4098" creationId="{00000000-0000-0000-0000-000000000000}"/>
          </ac:spMkLst>
        </pc:spChg>
        <pc:spChg chg="mod">
          <ac:chgData name="Anna Bolen -X (abolen - UNICON INC at Cisco)" userId="8fcf5b57-97b6-40ce-9683-275924855fa8" providerId="ADAL" clId="{126C88BE-9527-4F41-B281-47FF235F34CE}" dt="2022-11-03T19:55:40.704" v="367" actId="14100"/>
          <ac:spMkLst>
            <pc:docMk/>
            <pc:sldMk cId="174566605" sldId="286"/>
            <ac:spMk id="4099" creationId="{00000000-0000-0000-0000-000000000000}"/>
          </ac:spMkLst>
        </pc:spChg>
      </pc:sldChg>
      <pc:sldChg chg="modSp mod delCm">
        <pc:chgData name="Anna Bolen -X (abolen - UNICON INC at Cisco)" userId="8fcf5b57-97b6-40ce-9683-275924855fa8" providerId="ADAL" clId="{126C88BE-9527-4F41-B281-47FF235F34CE}" dt="2022-10-31T19:27:05.924" v="176"/>
        <pc:sldMkLst>
          <pc:docMk/>
          <pc:sldMk cId="3553677726" sldId="289"/>
        </pc:sldMkLst>
        <pc:spChg chg="mod">
          <ac:chgData name="Anna Bolen -X (abolen - UNICON INC at Cisco)" userId="8fcf5b57-97b6-40ce-9683-275924855fa8" providerId="ADAL" clId="{126C88BE-9527-4F41-B281-47FF235F34CE}" dt="2022-10-31T19:26:48.892" v="174" actId="1035"/>
          <ac:spMkLst>
            <pc:docMk/>
            <pc:sldMk cId="3553677726" sldId="289"/>
            <ac:spMk id="3" creationId="{E54E184A-6737-B4D3-42C4-1E0998B5E352}"/>
          </ac:spMkLst>
        </pc:spChg>
      </pc:sldChg>
      <pc:sldChg chg="modSp mod delCm modCm">
        <pc:chgData name="Anna Bolen -X (abolen - UNICON INC at Cisco)" userId="8fcf5b57-97b6-40ce-9683-275924855fa8" providerId="ADAL" clId="{126C88BE-9527-4F41-B281-47FF235F34CE}" dt="2022-10-31T19:32:08.273" v="246"/>
        <pc:sldMkLst>
          <pc:docMk/>
          <pc:sldMk cId="1125455495" sldId="291"/>
        </pc:sldMkLst>
        <pc:spChg chg="mod">
          <ac:chgData name="Anna Bolen -X (abolen - UNICON INC at Cisco)" userId="8fcf5b57-97b6-40ce-9683-275924855fa8" providerId="ADAL" clId="{126C88BE-9527-4F41-B281-47FF235F34CE}" dt="2022-10-31T19:31:02.653" v="243" actId="1035"/>
          <ac:spMkLst>
            <pc:docMk/>
            <pc:sldMk cId="1125455495" sldId="291"/>
            <ac:spMk id="3" creationId="{E55BDA5E-8F7A-F8B1-3DA3-A97B80689B08}"/>
          </ac:spMkLst>
        </pc:spChg>
      </pc:sldChg>
      <pc:sldChg chg="modSp mod delCm modCm">
        <pc:chgData name="Anna Bolen -X (abolen - UNICON INC at Cisco)" userId="8fcf5b57-97b6-40ce-9683-275924855fa8" providerId="ADAL" clId="{126C88BE-9527-4F41-B281-47FF235F34CE}" dt="2022-10-31T22:25:48.410" v="337" actId="13244"/>
        <pc:sldMkLst>
          <pc:docMk/>
          <pc:sldMk cId="3129103443" sldId="293"/>
        </pc:sldMkLst>
        <pc:spChg chg="mod">
          <ac:chgData name="Anna Bolen -X (abolen - UNICON INC at Cisco)" userId="8fcf5b57-97b6-40ce-9683-275924855fa8" providerId="ADAL" clId="{126C88BE-9527-4F41-B281-47FF235F34CE}" dt="2022-10-31T19:34:55.959" v="279" actId="1035"/>
          <ac:spMkLst>
            <pc:docMk/>
            <pc:sldMk cId="3129103443" sldId="293"/>
            <ac:spMk id="2" creationId="{D512A097-17D7-9F24-486E-F8549624D09B}"/>
          </ac:spMkLst>
        </pc:spChg>
        <pc:spChg chg="mod ord">
          <ac:chgData name="Anna Bolen -X (abolen - UNICON INC at Cisco)" userId="8fcf5b57-97b6-40ce-9683-275924855fa8" providerId="ADAL" clId="{126C88BE-9527-4F41-B281-47FF235F34CE}" dt="2022-10-31T22:25:48.410" v="337" actId="13244"/>
          <ac:spMkLst>
            <pc:docMk/>
            <pc:sldMk cId="3129103443" sldId="293"/>
            <ac:spMk id="3" creationId="{BBE47E4D-F0BA-F911-2270-7F0F9DDE1D3A}"/>
          </ac:spMkLst>
        </pc:spChg>
      </pc:sldChg>
      <pc:sldChg chg="modSp mod delCm modCm">
        <pc:chgData name="Anna Bolen -X (abolen - UNICON INC at Cisco)" userId="8fcf5b57-97b6-40ce-9683-275924855fa8" providerId="ADAL" clId="{126C88BE-9527-4F41-B281-47FF235F34CE}" dt="2022-10-31T22:26:25.415" v="341" actId="13244"/>
        <pc:sldMkLst>
          <pc:docMk/>
          <pc:sldMk cId="448559255" sldId="296"/>
        </pc:sldMkLst>
        <pc:spChg chg="mod ord">
          <ac:chgData name="Anna Bolen -X (abolen - UNICON INC at Cisco)" userId="8fcf5b57-97b6-40ce-9683-275924855fa8" providerId="ADAL" clId="{126C88BE-9527-4F41-B281-47FF235F34CE}" dt="2022-10-31T22:26:25.415" v="341" actId="13244"/>
          <ac:spMkLst>
            <pc:docMk/>
            <pc:sldMk cId="448559255" sldId="296"/>
            <ac:spMk id="5" creationId="{0B33131B-6AA5-3D77-AAA2-DC0932178249}"/>
          </ac:spMkLst>
        </pc:spChg>
      </pc:sldChg>
      <pc:sldChg chg="modSp mod delCm modCm">
        <pc:chgData name="Anna Bolen -X (abolen - UNICON INC at Cisco)" userId="8fcf5b57-97b6-40ce-9683-275924855fa8" providerId="ADAL" clId="{126C88BE-9527-4F41-B281-47FF235F34CE}" dt="2022-10-31T22:27:47.185" v="358" actId="13244"/>
        <pc:sldMkLst>
          <pc:docMk/>
          <pc:sldMk cId="2820964606" sldId="298"/>
        </pc:sldMkLst>
        <pc:spChg chg="mod">
          <ac:chgData name="Anna Bolen -X (abolen - UNICON INC at Cisco)" userId="8fcf5b57-97b6-40ce-9683-275924855fa8" providerId="ADAL" clId="{126C88BE-9527-4F41-B281-47FF235F34CE}" dt="2022-10-31T22:27:24.917" v="355" actId="20577"/>
          <ac:spMkLst>
            <pc:docMk/>
            <pc:sldMk cId="2820964606" sldId="298"/>
            <ac:spMk id="2" creationId="{9EA41080-1150-6DA3-FBFA-A6043BF90497}"/>
          </ac:spMkLst>
        </pc:spChg>
        <pc:spChg chg="mod ord">
          <ac:chgData name="Anna Bolen -X (abolen - UNICON INC at Cisco)" userId="8fcf5b57-97b6-40ce-9683-275924855fa8" providerId="ADAL" clId="{126C88BE-9527-4F41-B281-47FF235F34CE}" dt="2022-10-31T22:27:47.185" v="358" actId="13244"/>
          <ac:spMkLst>
            <pc:docMk/>
            <pc:sldMk cId="2820964606" sldId="298"/>
            <ac:spMk id="3" creationId="{2BC9733D-7420-C3B7-80E1-81EB2AFD7F0E}"/>
          </ac:spMkLst>
        </pc:spChg>
      </pc:sldChg>
      <pc:sldChg chg="modSp mod">
        <pc:chgData name="Anna Bolen -X (abolen - UNICON INC at Cisco)" userId="8fcf5b57-97b6-40ce-9683-275924855fa8" providerId="ADAL" clId="{126C88BE-9527-4F41-B281-47FF235F34CE}" dt="2022-10-31T22:28:55.144" v="365" actId="12"/>
        <pc:sldMkLst>
          <pc:docMk/>
          <pc:sldMk cId="125537020" sldId="299"/>
        </pc:sldMkLst>
        <pc:spChg chg="mod">
          <ac:chgData name="Anna Bolen -X (abolen - UNICON INC at Cisco)" userId="8fcf5b57-97b6-40ce-9683-275924855fa8" providerId="ADAL" clId="{126C88BE-9527-4F41-B281-47FF235F34CE}" dt="2022-10-31T22:28:55.144" v="365" actId="12"/>
          <ac:spMkLst>
            <pc:docMk/>
            <pc:sldMk cId="125537020" sldId="299"/>
            <ac:spMk id="5" creationId="{00000000-0000-0000-0000-000000000000}"/>
          </ac:spMkLst>
        </pc:spChg>
      </pc:sldChg>
      <pc:sldChg chg="modSp mod delCm modCm">
        <pc:chgData name="Anna Bolen -X (abolen - UNICON INC at Cisco)" userId="8fcf5b57-97b6-40ce-9683-275924855fa8" providerId="ADAL" clId="{126C88BE-9527-4F41-B281-47FF235F34CE}" dt="2022-11-03T20:15:46.245" v="569"/>
        <pc:sldMkLst>
          <pc:docMk/>
          <pc:sldMk cId="1223873037" sldId="300"/>
        </pc:sldMkLst>
        <pc:spChg chg="mod">
          <ac:chgData name="Anna Bolen -X (abolen - UNICON INC at Cisco)" userId="8fcf5b57-97b6-40ce-9683-275924855fa8" providerId="ADAL" clId="{126C88BE-9527-4F41-B281-47FF235F34CE}" dt="2022-11-03T20:14:55.525" v="565" actId="207"/>
          <ac:spMkLst>
            <pc:docMk/>
            <pc:sldMk cId="1223873037" sldId="300"/>
            <ac:spMk id="4" creationId="{1FEE8948-588C-EA03-3755-7F05D90C4718}"/>
          </ac:spMkLst>
        </pc:spChg>
        <pc:spChg chg="mod">
          <ac:chgData name="Anna Bolen -X (abolen - UNICON INC at Cisco)" userId="8fcf5b57-97b6-40ce-9683-275924855fa8" providerId="ADAL" clId="{126C88BE-9527-4F41-B281-47FF235F34CE}" dt="2022-11-03T20:14:30.246" v="561" actId="255"/>
          <ac:spMkLst>
            <pc:docMk/>
            <pc:sldMk cId="1223873037" sldId="300"/>
            <ac:spMk id="56321" creationId="{00000000-0000-0000-0000-000000000000}"/>
          </ac:spMkLst>
        </pc:spChg>
      </pc:sldChg>
      <pc:sldChg chg="del">
        <pc:chgData name="Anna Bolen -X (abolen - UNICON INC at Cisco)" userId="8fcf5b57-97b6-40ce-9683-275924855fa8" providerId="ADAL" clId="{126C88BE-9527-4F41-B281-47FF235F34CE}" dt="2022-11-03T20:05:00.464" v="465" actId="47"/>
        <pc:sldMkLst>
          <pc:docMk/>
          <pc:sldMk cId="2045917142" sldId="304"/>
        </pc:sldMkLst>
      </pc:sldChg>
      <pc:sldChg chg="del">
        <pc:chgData name="Anna Bolen -X (abolen - UNICON INC at Cisco)" userId="8fcf5b57-97b6-40ce-9683-275924855fa8" providerId="ADAL" clId="{126C88BE-9527-4F41-B281-47FF235F34CE}" dt="2022-11-03T20:04:29.941" v="464" actId="2696"/>
        <pc:sldMkLst>
          <pc:docMk/>
          <pc:sldMk cId="3875089692" sldId="305"/>
        </pc:sldMkLst>
      </pc:sldChg>
      <pc:sldChg chg="del">
        <pc:chgData name="Anna Bolen -X (abolen - UNICON INC at Cisco)" userId="8fcf5b57-97b6-40ce-9683-275924855fa8" providerId="ADAL" clId="{126C88BE-9527-4F41-B281-47FF235F34CE}" dt="2022-11-03T20:04:27.720" v="463" actId="2696"/>
        <pc:sldMkLst>
          <pc:docMk/>
          <pc:sldMk cId="3525792998" sldId="306"/>
        </pc:sldMkLst>
      </pc:sldChg>
      <pc:sldChg chg="modSp del mod">
        <pc:chgData name="Anna Bolen -X (abolen - UNICON INC at Cisco)" userId="8fcf5b57-97b6-40ce-9683-275924855fa8" providerId="ADAL" clId="{126C88BE-9527-4F41-B281-47FF235F34CE}" dt="2022-11-03T20:08:44.762" v="486" actId="47"/>
        <pc:sldMkLst>
          <pc:docMk/>
          <pc:sldMk cId="35399145" sldId="307"/>
        </pc:sldMkLst>
        <pc:spChg chg="mod">
          <ac:chgData name="Anna Bolen -X (abolen - UNICON INC at Cisco)" userId="8fcf5b57-97b6-40ce-9683-275924855fa8" providerId="ADAL" clId="{126C88BE-9527-4F41-B281-47FF235F34CE}" dt="2022-10-31T19:16:20.262" v="21" actId="20577"/>
          <ac:spMkLst>
            <pc:docMk/>
            <pc:sldMk cId="35399145" sldId="307"/>
            <ac:spMk id="2" creationId="{00000000-0000-0000-0000-000000000000}"/>
          </ac:spMkLst>
        </pc:spChg>
        <pc:spChg chg="mod">
          <ac:chgData name="Anna Bolen -X (abolen - UNICON INC at Cisco)" userId="8fcf5b57-97b6-40ce-9683-275924855fa8" providerId="ADAL" clId="{126C88BE-9527-4F41-B281-47FF235F34CE}" dt="2022-10-31T19:20:28.728" v="69" actId="1037"/>
          <ac:spMkLst>
            <pc:docMk/>
            <pc:sldMk cId="35399145" sldId="307"/>
            <ac:spMk id="3" creationId="{00000000-0000-0000-0000-000000000000}"/>
          </ac:spMkLst>
        </pc:spChg>
      </pc:sldChg>
      <pc:sldChg chg="modSp del mod">
        <pc:chgData name="Anna Bolen -X (abolen - UNICON INC at Cisco)" userId="8fcf5b57-97b6-40ce-9683-275924855fa8" providerId="ADAL" clId="{126C88BE-9527-4F41-B281-47FF235F34CE}" dt="2022-11-03T20:07:20.604" v="474" actId="2696"/>
        <pc:sldMkLst>
          <pc:docMk/>
          <pc:sldMk cId="353754347" sldId="309"/>
        </pc:sldMkLst>
        <pc:spChg chg="mod">
          <ac:chgData name="Anna Bolen -X (abolen - UNICON INC at Cisco)" userId="8fcf5b57-97b6-40ce-9683-275924855fa8" providerId="ADAL" clId="{126C88BE-9527-4F41-B281-47FF235F34CE}" dt="2022-10-31T19:14:58.832" v="12" actId="20577"/>
          <ac:spMkLst>
            <pc:docMk/>
            <pc:sldMk cId="353754347" sldId="309"/>
            <ac:spMk id="2" creationId="{00000000-0000-0000-0000-000000000000}"/>
          </ac:spMkLst>
        </pc:spChg>
      </pc:sldChg>
      <pc:sldChg chg="modSp mod">
        <pc:chgData name="Anna Bolen -X (abolen - UNICON INC at Cisco)" userId="8fcf5b57-97b6-40ce-9683-275924855fa8" providerId="ADAL" clId="{126C88BE-9527-4F41-B281-47FF235F34CE}" dt="2022-10-31T19:23:20.853" v="137" actId="14100"/>
        <pc:sldMkLst>
          <pc:docMk/>
          <pc:sldMk cId="3088881897" sldId="312"/>
        </pc:sldMkLst>
        <pc:graphicFrameChg chg="mod modGraphic">
          <ac:chgData name="Anna Bolen -X (abolen - UNICON INC at Cisco)" userId="8fcf5b57-97b6-40ce-9683-275924855fa8" providerId="ADAL" clId="{126C88BE-9527-4F41-B281-47FF235F34CE}" dt="2022-10-31T19:23:20.853" v="137" actId="14100"/>
          <ac:graphicFrameMkLst>
            <pc:docMk/>
            <pc:sldMk cId="3088881897" sldId="312"/>
            <ac:graphicFrameMk id="11" creationId="{00000000-0000-0000-0000-000000000000}"/>
          </ac:graphicFrameMkLst>
        </pc:graphicFrameChg>
      </pc:sldChg>
      <pc:sldChg chg="modSp mod">
        <pc:chgData name="Anna Bolen -X (abolen - UNICON INC at Cisco)" userId="8fcf5b57-97b6-40ce-9683-275924855fa8" providerId="ADAL" clId="{126C88BE-9527-4F41-B281-47FF235F34CE}" dt="2022-10-31T19:23:50.343" v="151" actId="1036"/>
        <pc:sldMkLst>
          <pc:docMk/>
          <pc:sldMk cId="3357633582" sldId="313"/>
        </pc:sldMkLst>
        <pc:graphicFrameChg chg="mod modGraphic">
          <ac:chgData name="Anna Bolen -X (abolen - UNICON INC at Cisco)" userId="8fcf5b57-97b6-40ce-9683-275924855fa8" providerId="ADAL" clId="{126C88BE-9527-4F41-B281-47FF235F34CE}" dt="2022-10-31T19:23:50.343" v="151" actId="1036"/>
          <ac:graphicFrameMkLst>
            <pc:docMk/>
            <pc:sldMk cId="3357633582" sldId="313"/>
            <ac:graphicFrameMk id="11" creationId="{00000000-0000-0000-0000-000000000000}"/>
          </ac:graphicFrameMkLst>
        </pc:graphicFrameChg>
      </pc:sldChg>
      <pc:sldChg chg="delCm">
        <pc:chgData name="Anna Bolen -X (abolen - UNICON INC at Cisco)" userId="8fcf5b57-97b6-40ce-9683-275924855fa8" providerId="ADAL" clId="{126C88BE-9527-4F41-B281-47FF235F34CE}" dt="2022-10-31T22:28:24.951" v="360"/>
        <pc:sldMkLst>
          <pc:docMk/>
          <pc:sldMk cId="924284410" sldId="314"/>
        </pc:sldMkLst>
      </pc:sldChg>
      <pc:sldChg chg="del">
        <pc:chgData name="Anna Bolen -X (abolen - UNICON INC at Cisco)" userId="8fcf5b57-97b6-40ce-9683-275924855fa8" providerId="ADAL" clId="{126C88BE-9527-4F41-B281-47FF235F34CE}" dt="2022-11-03T20:09:18.969" v="493" actId="2696"/>
        <pc:sldMkLst>
          <pc:docMk/>
          <pc:sldMk cId="180591715" sldId="315"/>
        </pc:sldMkLst>
      </pc:sldChg>
      <pc:sldChg chg="new del">
        <pc:chgData name="Anna Bolen -X (abolen - UNICON INC at Cisco)" userId="8fcf5b57-97b6-40ce-9683-275924855fa8" providerId="ADAL" clId="{126C88BE-9527-4F41-B281-47FF235F34CE}" dt="2022-11-03T19:59:54.712" v="371" actId="2696"/>
        <pc:sldMkLst>
          <pc:docMk/>
          <pc:sldMk cId="241525407" sldId="316"/>
        </pc:sldMkLst>
      </pc:sldChg>
      <pc:sldChg chg="new del">
        <pc:chgData name="Anna Bolen -X (abolen - UNICON INC at Cisco)" userId="8fcf5b57-97b6-40ce-9683-275924855fa8" providerId="ADAL" clId="{126C88BE-9527-4F41-B281-47FF235F34CE}" dt="2022-11-03T20:00:21.190" v="377" actId="680"/>
        <pc:sldMkLst>
          <pc:docMk/>
          <pc:sldMk cId="311360870" sldId="316"/>
        </pc:sldMkLst>
      </pc:sldChg>
      <pc:sldChg chg="new del">
        <pc:chgData name="Anna Bolen -X (abolen - UNICON INC at Cisco)" userId="8fcf5b57-97b6-40ce-9683-275924855fa8" providerId="ADAL" clId="{126C88BE-9527-4F41-B281-47FF235F34CE}" dt="2022-11-03T20:00:01.612" v="373" actId="47"/>
        <pc:sldMkLst>
          <pc:docMk/>
          <pc:sldMk cId="1714408352" sldId="316"/>
        </pc:sldMkLst>
      </pc:sldChg>
      <pc:sldChg chg="addSp modSp new mod ord">
        <pc:chgData name="Anna Bolen -X (abolen - UNICON INC at Cisco)" userId="8fcf5b57-97b6-40ce-9683-275924855fa8" providerId="ADAL" clId="{126C88BE-9527-4F41-B281-47FF235F34CE}" dt="2022-11-03T20:02:02.717" v="437" actId="2711"/>
        <pc:sldMkLst>
          <pc:docMk/>
          <pc:sldMk cId="3347062650" sldId="316"/>
        </pc:sldMkLst>
        <pc:spChg chg="mod">
          <ac:chgData name="Anna Bolen -X (abolen - UNICON INC at Cisco)" userId="8fcf5b57-97b6-40ce-9683-275924855fa8" providerId="ADAL" clId="{126C88BE-9527-4F41-B281-47FF235F34CE}" dt="2022-11-03T20:01:23.713" v="393" actId="14100"/>
          <ac:spMkLst>
            <pc:docMk/>
            <pc:sldMk cId="3347062650" sldId="316"/>
            <ac:spMk id="2" creationId="{600F6777-EE7E-2DF3-5AA1-74183F54E63B}"/>
          </ac:spMkLst>
        </pc:spChg>
        <pc:spChg chg="add mod">
          <ac:chgData name="Anna Bolen -X (abolen - UNICON INC at Cisco)" userId="8fcf5b57-97b6-40ce-9683-275924855fa8" providerId="ADAL" clId="{126C88BE-9527-4F41-B281-47FF235F34CE}" dt="2022-11-03T20:02:02.717" v="437" actId="2711"/>
          <ac:spMkLst>
            <pc:docMk/>
            <pc:sldMk cId="3347062650" sldId="316"/>
            <ac:spMk id="4" creationId="{CB1C5132-2677-5B87-CDA0-997E5FA6E973}"/>
          </ac:spMkLst>
        </pc:spChg>
      </pc:sldChg>
      <pc:sldChg chg="new del">
        <pc:chgData name="Anna Bolen -X (abolen - UNICON INC at Cisco)" userId="8fcf5b57-97b6-40ce-9683-275924855fa8" providerId="ADAL" clId="{126C88BE-9527-4F41-B281-47FF235F34CE}" dt="2022-11-03T20:00:17.410" v="375" actId="2696"/>
        <pc:sldMkLst>
          <pc:docMk/>
          <pc:sldMk cId="4174828670" sldId="316"/>
        </pc:sldMkLst>
      </pc:sldChg>
      <pc:sldChg chg="addSp delSp modSp new mod ord">
        <pc:chgData name="Anna Bolen -X (abolen - UNICON INC at Cisco)" userId="8fcf5b57-97b6-40ce-9683-275924855fa8" providerId="ADAL" clId="{126C88BE-9527-4F41-B281-47FF235F34CE}" dt="2022-11-03T20:03:44.963" v="461" actId="1076"/>
        <pc:sldMkLst>
          <pc:docMk/>
          <pc:sldMk cId="1863767099" sldId="317"/>
        </pc:sldMkLst>
        <pc:spChg chg="del">
          <ac:chgData name="Anna Bolen -X (abolen - UNICON INC at Cisco)" userId="8fcf5b57-97b6-40ce-9683-275924855fa8" providerId="ADAL" clId="{126C88BE-9527-4F41-B281-47FF235F34CE}" dt="2022-11-03T20:02:54.387" v="449" actId="478"/>
          <ac:spMkLst>
            <pc:docMk/>
            <pc:sldMk cId="1863767099" sldId="317"/>
            <ac:spMk id="2" creationId="{02870AF4-6E67-6444-E114-EE8FBD3CBAE6}"/>
          </ac:spMkLst>
        </pc:spChg>
        <pc:spChg chg="add mod">
          <ac:chgData name="Anna Bolen -X (abolen - UNICON INC at Cisco)" userId="8fcf5b57-97b6-40ce-9683-275924855fa8" providerId="ADAL" clId="{126C88BE-9527-4F41-B281-47FF235F34CE}" dt="2022-11-03T20:02:59.855" v="455" actId="1035"/>
          <ac:spMkLst>
            <pc:docMk/>
            <pc:sldMk cId="1863767099" sldId="317"/>
            <ac:spMk id="3" creationId="{16984BAC-BA85-8ACE-3156-98B2ABD563E3}"/>
          </ac:spMkLst>
        </pc:spChg>
        <pc:spChg chg="add mod">
          <ac:chgData name="Anna Bolen -X (abolen - UNICON INC at Cisco)" userId="8fcf5b57-97b6-40ce-9683-275924855fa8" providerId="ADAL" clId="{126C88BE-9527-4F41-B281-47FF235F34CE}" dt="2022-11-03T20:03:14.032" v="456"/>
          <ac:spMkLst>
            <pc:docMk/>
            <pc:sldMk cId="1863767099" sldId="317"/>
            <ac:spMk id="4" creationId="{5EC1B34D-B3D4-95D3-96DB-11E1FC94ECA3}"/>
          </ac:spMkLst>
        </pc:spChg>
        <pc:spChg chg="add del mod">
          <ac:chgData name="Anna Bolen -X (abolen - UNICON INC at Cisco)" userId="8fcf5b57-97b6-40ce-9683-275924855fa8" providerId="ADAL" clId="{126C88BE-9527-4F41-B281-47FF235F34CE}" dt="2022-11-03T20:03:20.735" v="458"/>
          <ac:spMkLst>
            <pc:docMk/>
            <pc:sldMk cId="1863767099" sldId="317"/>
            <ac:spMk id="5" creationId="{95805FDF-1EB2-B039-964C-151DC5D031EA}"/>
          </ac:spMkLst>
        </pc:spChg>
        <pc:graphicFrameChg chg="add mod modGraphic">
          <ac:chgData name="Anna Bolen -X (abolen - UNICON INC at Cisco)" userId="8fcf5b57-97b6-40ce-9683-275924855fa8" providerId="ADAL" clId="{126C88BE-9527-4F41-B281-47FF235F34CE}" dt="2022-11-03T20:03:44.963" v="461" actId="1076"/>
          <ac:graphicFrameMkLst>
            <pc:docMk/>
            <pc:sldMk cId="1863767099" sldId="317"/>
            <ac:graphicFrameMk id="6" creationId="{F6DDF5FD-6F98-4F53-84D1-00E32634B862}"/>
          </ac:graphicFrameMkLst>
        </pc:graphicFrameChg>
      </pc:sldChg>
      <pc:sldChg chg="new del">
        <pc:chgData name="Anna Bolen -X (abolen - UNICON INC at Cisco)" userId="8fcf5b57-97b6-40ce-9683-275924855fa8" providerId="ADAL" clId="{126C88BE-9527-4F41-B281-47FF235F34CE}" dt="2022-11-03T20:13:00.873" v="531" actId="47"/>
        <pc:sldMkLst>
          <pc:docMk/>
          <pc:sldMk cId="2915160953" sldId="318"/>
        </pc:sldMkLst>
      </pc:sldChg>
      <pc:sldChg chg="new del">
        <pc:chgData name="Anna Bolen -X (abolen - UNICON INC at Cisco)" userId="8fcf5b57-97b6-40ce-9683-275924855fa8" providerId="ADAL" clId="{126C88BE-9527-4F41-B281-47FF235F34CE}" dt="2022-11-03T20:13:00.873" v="531" actId="47"/>
        <pc:sldMkLst>
          <pc:docMk/>
          <pc:sldMk cId="223151388" sldId="319"/>
        </pc:sldMkLst>
      </pc:sldChg>
      <pc:sldChg chg="new del">
        <pc:chgData name="Anna Bolen -X (abolen - UNICON INC at Cisco)" userId="8fcf5b57-97b6-40ce-9683-275924855fa8" providerId="ADAL" clId="{126C88BE-9527-4F41-B281-47FF235F34CE}" dt="2022-11-03T20:13:00.873" v="531" actId="47"/>
        <pc:sldMkLst>
          <pc:docMk/>
          <pc:sldMk cId="26967240" sldId="320"/>
        </pc:sldMkLst>
      </pc:sldChg>
      <pc:sldChg chg="new del">
        <pc:chgData name="Anna Bolen -X (abolen - UNICON INC at Cisco)" userId="8fcf5b57-97b6-40ce-9683-275924855fa8" providerId="ADAL" clId="{126C88BE-9527-4F41-B281-47FF235F34CE}" dt="2022-11-03T20:13:00.873" v="531" actId="47"/>
        <pc:sldMkLst>
          <pc:docMk/>
          <pc:sldMk cId="3607661393" sldId="321"/>
        </pc:sldMkLst>
      </pc:sldChg>
      <pc:sldChg chg="new del">
        <pc:chgData name="Anna Bolen -X (abolen - UNICON INC at Cisco)" userId="8fcf5b57-97b6-40ce-9683-275924855fa8" providerId="ADAL" clId="{126C88BE-9527-4F41-B281-47FF235F34CE}" dt="2022-11-03T20:13:00.873" v="531" actId="47"/>
        <pc:sldMkLst>
          <pc:docMk/>
          <pc:sldMk cId="2347370865" sldId="322"/>
        </pc:sldMkLst>
      </pc:sldChg>
      <pc:sldChg chg="modSp add del">
        <pc:chgData name="Anna Bolen -X (abolen - UNICON INC at Cisco)" userId="8fcf5b57-97b6-40ce-9683-275924855fa8" providerId="ADAL" clId="{126C88BE-9527-4F41-B281-47FF235F34CE}" dt="2022-11-03T20:04:22.173" v="462"/>
        <pc:sldMkLst>
          <pc:docMk/>
          <pc:sldMk cId="2226954716" sldId="1072"/>
        </pc:sldMkLst>
        <pc:spChg chg="mod">
          <ac:chgData name="Anna Bolen -X (abolen - UNICON INC at Cisco)" userId="8fcf5b57-97b6-40ce-9683-275924855fa8" providerId="ADAL" clId="{126C88BE-9527-4F41-B281-47FF235F34CE}" dt="2022-11-03T19:58:10.561" v="368"/>
          <ac:spMkLst>
            <pc:docMk/>
            <pc:sldMk cId="2226954716" sldId="1072"/>
            <ac:spMk id="25" creationId="{00000000-0000-0000-0000-000000000000}"/>
          </ac:spMkLst>
        </pc:spChg>
      </pc:sldChg>
      <pc:sldChg chg="addSp delSp modSp add mod">
        <pc:chgData name="Anna Bolen -X (abolen - UNICON INC at Cisco)" userId="8fcf5b57-97b6-40ce-9683-275924855fa8" providerId="ADAL" clId="{126C88BE-9527-4F41-B281-47FF235F34CE}" dt="2022-11-03T20:10:07.380" v="525" actId="20577"/>
        <pc:sldMkLst>
          <pc:docMk/>
          <pc:sldMk cId="1386249813" sldId="1073"/>
        </pc:sldMkLst>
        <pc:spChg chg="mod">
          <ac:chgData name="Anna Bolen -X (abolen - UNICON INC at Cisco)" userId="8fcf5b57-97b6-40ce-9683-275924855fa8" providerId="ADAL" clId="{126C88BE-9527-4F41-B281-47FF235F34CE}" dt="2022-11-03T20:10:07.380" v="525" actId="20577"/>
          <ac:spMkLst>
            <pc:docMk/>
            <pc:sldMk cId="1386249813" sldId="1073"/>
            <ac:spMk id="2" creationId="{00000000-0000-0000-0000-000000000000}"/>
          </ac:spMkLst>
        </pc:spChg>
        <pc:spChg chg="mod">
          <ac:chgData name="Anna Bolen -X (abolen - UNICON INC at Cisco)" userId="8fcf5b57-97b6-40ce-9683-275924855fa8" providerId="ADAL" clId="{126C88BE-9527-4F41-B281-47FF235F34CE}" dt="2022-11-03T20:09:02.779" v="489" actId="20577"/>
          <ac:spMkLst>
            <pc:docMk/>
            <pc:sldMk cId="1386249813" sldId="1073"/>
            <ac:spMk id="3" creationId="{00000000-0000-0000-0000-000000000000}"/>
          </ac:spMkLst>
        </pc:spChg>
        <pc:spChg chg="add del mod">
          <ac:chgData name="Anna Bolen -X (abolen - UNICON INC at Cisco)" userId="8fcf5b57-97b6-40ce-9683-275924855fa8" providerId="ADAL" clId="{126C88BE-9527-4F41-B281-47FF235F34CE}" dt="2022-11-03T20:08:56.824" v="488"/>
          <ac:spMkLst>
            <pc:docMk/>
            <pc:sldMk cId="1386249813" sldId="1073"/>
            <ac:spMk id="4" creationId="{EA58188B-694F-FBCB-7474-332A7DF280E3}"/>
          </ac:spMkLst>
        </pc:spChg>
        <pc:spChg chg="add mod">
          <ac:chgData name="Anna Bolen -X (abolen - UNICON INC at Cisco)" userId="8fcf5b57-97b6-40ce-9683-275924855fa8" providerId="ADAL" clId="{126C88BE-9527-4F41-B281-47FF235F34CE}" dt="2022-11-03T20:09:13.212" v="492" actId="255"/>
          <ac:spMkLst>
            <pc:docMk/>
            <pc:sldMk cId="1386249813" sldId="1073"/>
            <ac:spMk id="5" creationId="{9B235FF9-1214-C9C1-E55F-C20B7984F1D8}"/>
          </ac:spMkLst>
        </pc:spChg>
      </pc:sldChg>
      <pc:sldChg chg="modSp add del">
        <pc:chgData name="Anna Bolen -X (abolen - UNICON INC at Cisco)" userId="8fcf5b57-97b6-40ce-9683-275924855fa8" providerId="ADAL" clId="{126C88BE-9527-4F41-B281-47FF235F34CE}" dt="2022-11-03T19:58:23.250" v="369"/>
        <pc:sldMkLst>
          <pc:docMk/>
          <pc:sldMk cId="3094066351" sldId="1073"/>
        </pc:sldMkLst>
        <pc:spChg chg="mod">
          <ac:chgData name="Anna Bolen -X (abolen - UNICON INC at Cisco)" userId="8fcf5b57-97b6-40ce-9683-275924855fa8" providerId="ADAL" clId="{126C88BE-9527-4F41-B281-47FF235F34CE}" dt="2022-11-03T19:58:10.561" v="368"/>
          <ac:spMkLst>
            <pc:docMk/>
            <pc:sldMk cId="3094066351" sldId="1073"/>
            <ac:spMk id="25" creationId="{00000000-0000-0000-0000-000000000000}"/>
          </ac:spMkLst>
        </pc:spChg>
      </pc:sldChg>
      <pc:sldMasterChg chg="delSldLayout modSldLayout">
        <pc:chgData name="Anna Bolen -X (abolen - UNICON INC at Cisco)" userId="8fcf5b57-97b6-40ce-9683-275924855fa8" providerId="ADAL" clId="{126C88BE-9527-4F41-B281-47FF235F34CE}" dt="2022-11-03T19:59:54.712" v="371" actId="2696"/>
        <pc:sldMasterMkLst>
          <pc:docMk/>
          <pc:sldMasterMk cId="0" sldId="2147483700"/>
        </pc:sldMasterMkLst>
        <pc:sldLayoutChg chg="modSp">
          <pc:chgData name="Anna Bolen -X (abolen - UNICON INC at Cisco)" userId="8fcf5b57-97b6-40ce-9683-275924855fa8" providerId="ADAL" clId="{126C88BE-9527-4F41-B281-47FF235F34CE}" dt="2022-10-31T19:17:15.069" v="22" actId="14100"/>
          <pc:sldLayoutMkLst>
            <pc:docMk/>
            <pc:sldMasterMk cId="0" sldId="2147483700"/>
            <pc:sldLayoutMk cId="2257996623" sldId="2147484029"/>
          </pc:sldLayoutMkLst>
          <pc:spChg chg="mod">
            <ac:chgData name="Anna Bolen -X (abolen - UNICON INC at Cisco)" userId="8fcf5b57-97b6-40ce-9683-275924855fa8" providerId="ADAL" clId="{126C88BE-9527-4F41-B281-47FF235F34CE}" dt="2022-10-31T19:17:15.069" v="22" actId="14100"/>
            <ac:spMkLst>
              <pc:docMk/>
              <pc:sldMasterMk cId="0" sldId="2147483700"/>
              <pc:sldLayoutMk cId="2257996623" sldId="2147484029"/>
              <ac:spMk id="5" creationId="{00000000-0000-0000-0000-000000000000}"/>
            </ac:spMkLst>
          </pc:spChg>
        </pc:sldLayoutChg>
        <pc:sldLayoutChg chg="del">
          <pc:chgData name="Anna Bolen -X (abolen - UNICON INC at Cisco)" userId="8fcf5b57-97b6-40ce-9683-275924855fa8" providerId="ADAL" clId="{126C88BE-9527-4F41-B281-47FF235F34CE}" dt="2022-11-03T19:59:54.712" v="371" actId="2696"/>
          <pc:sldLayoutMkLst>
            <pc:docMk/>
            <pc:sldMasterMk cId="0" sldId="2147483700"/>
            <pc:sldLayoutMk cId="2699250104" sldId="2147484031"/>
          </pc:sldLayoutMkLst>
        </pc:sldLayoutChg>
        <pc:sldLayoutChg chg="delSp mod">
          <pc:chgData name="Anna Bolen -X (abolen - UNICON INC at Cisco)" userId="8fcf5b57-97b6-40ce-9683-275924855fa8" providerId="ADAL" clId="{126C88BE-9527-4F41-B281-47FF235F34CE}" dt="2022-10-31T19:17:35.597" v="23" actId="478"/>
          <pc:sldLayoutMkLst>
            <pc:docMk/>
            <pc:sldMasterMk cId="0" sldId="2147483700"/>
            <pc:sldLayoutMk cId="1311363047" sldId="2147484032"/>
          </pc:sldLayoutMkLst>
          <pc:spChg chg="del">
            <ac:chgData name="Anna Bolen -X (abolen - UNICON INC at Cisco)" userId="8fcf5b57-97b6-40ce-9683-275924855fa8" providerId="ADAL" clId="{126C88BE-9527-4F41-B281-47FF235F34CE}" dt="2022-10-31T19:17:35.597" v="23" actId="478"/>
            <ac:spMkLst>
              <pc:docMk/>
              <pc:sldMasterMk cId="0" sldId="2147483700"/>
              <pc:sldLayoutMk cId="1311363047" sldId="2147484032"/>
              <ac:spMk id="3" creationId="{00000000-0000-0000-0000-000000000000}"/>
            </ac:spMkLst>
          </pc:spChg>
        </pc:sldLayoutChg>
      </pc:sldMasterChg>
    </pc:docChg>
  </pc:docChgLst>
  <pc:docChgLst>
    <pc:chgData name="Angela Robbins" userId="S::angela.robbins_elearningdoc.com#ext#@cisco.onmicrosoft.com::e406273b-12cd-460d-a763-85132e1718ac" providerId="AD" clId="Web-{1F6474E3-4973-BD5F-B8C5-38E8E6AE0940}"/>
    <pc:docChg chg="addSld delSld modSld">
      <pc:chgData name="Angela Robbins" userId="S::angela.robbins_elearningdoc.com#ext#@cisco.onmicrosoft.com::e406273b-12cd-460d-a763-85132e1718ac" providerId="AD" clId="Web-{1F6474E3-4973-BD5F-B8C5-38E8E6AE0940}" dt="2022-10-18T03:35:59.271" v="1154" actId="20577"/>
      <pc:docMkLst>
        <pc:docMk/>
      </pc:docMkLst>
      <pc:sldChg chg="modSp del">
        <pc:chgData name="Angela Robbins" userId="S::angela.robbins_elearningdoc.com#ext#@cisco.onmicrosoft.com::e406273b-12cd-460d-a763-85132e1718ac" providerId="AD" clId="Web-{1F6474E3-4973-BD5F-B8C5-38E8E6AE0940}" dt="2022-10-17T21:55:09.967" v="217"/>
        <pc:sldMkLst>
          <pc:docMk/>
          <pc:sldMk cId="0" sldId="259"/>
        </pc:sldMkLst>
        <pc:spChg chg="mod">
          <ac:chgData name="Angela Robbins" userId="S::angela.robbins_elearningdoc.com#ext#@cisco.onmicrosoft.com::e406273b-12cd-460d-a763-85132e1718ac" providerId="AD" clId="Web-{1F6474E3-4973-BD5F-B8C5-38E8E6AE0940}" dt="2022-10-17T21:35:01.283" v="176" actId="20577"/>
          <ac:spMkLst>
            <pc:docMk/>
            <pc:sldMk cId="0" sldId="259"/>
            <ac:spMk id="10" creationId="{E0570E17-395C-B7D3-56F8-009E6B96E258}"/>
          </ac:spMkLst>
        </pc:spChg>
      </pc:sldChg>
      <pc:sldChg chg="del">
        <pc:chgData name="Angela Robbins" userId="S::angela.robbins_elearningdoc.com#ext#@cisco.onmicrosoft.com::e406273b-12cd-460d-a763-85132e1718ac" providerId="AD" clId="Web-{1F6474E3-4973-BD5F-B8C5-38E8E6AE0940}" dt="2022-10-17T21:55:24.077" v="218"/>
        <pc:sldMkLst>
          <pc:docMk/>
          <pc:sldMk cId="0" sldId="260"/>
        </pc:sldMkLst>
      </pc:sldChg>
      <pc:sldChg chg="del">
        <pc:chgData name="Angela Robbins" userId="S::angela.robbins_elearningdoc.com#ext#@cisco.onmicrosoft.com::e406273b-12cd-460d-a763-85132e1718ac" providerId="AD" clId="Web-{1F6474E3-4973-BD5F-B8C5-38E8E6AE0940}" dt="2022-10-17T21:55:26.687" v="219"/>
        <pc:sldMkLst>
          <pc:docMk/>
          <pc:sldMk cId="0" sldId="261"/>
        </pc:sldMkLst>
      </pc:sldChg>
      <pc:sldChg chg="addSp modSp">
        <pc:chgData name="Angela Robbins" userId="S::angela.robbins_elearningdoc.com#ext#@cisco.onmicrosoft.com::e406273b-12cd-460d-a763-85132e1718ac" providerId="AD" clId="Web-{1F6474E3-4973-BD5F-B8C5-38E8E6AE0940}" dt="2022-10-18T02:35:02.480" v="685" actId="1076"/>
        <pc:sldMkLst>
          <pc:docMk/>
          <pc:sldMk cId="0" sldId="264"/>
        </pc:sldMkLst>
        <pc:spChg chg="mod">
          <ac:chgData name="Angela Robbins" userId="S::angela.robbins_elearningdoc.com#ext#@cisco.onmicrosoft.com::e406273b-12cd-460d-a763-85132e1718ac" providerId="AD" clId="Web-{1F6474E3-4973-BD5F-B8C5-38E8E6AE0940}" dt="2022-10-18T02:35:02.480" v="685" actId="1076"/>
          <ac:spMkLst>
            <pc:docMk/>
            <pc:sldMk cId="0" sldId="264"/>
            <ac:spMk id="5" creationId="{00000000-0000-0000-0000-000000000000}"/>
          </ac:spMkLst>
        </pc:spChg>
        <pc:picChg chg="add mod modCrop">
          <ac:chgData name="Angela Robbins" userId="S::angela.robbins_elearningdoc.com#ext#@cisco.onmicrosoft.com::e406273b-12cd-460d-a763-85132e1718ac" providerId="AD" clId="Web-{1F6474E3-4973-BD5F-B8C5-38E8E6AE0940}" dt="2022-10-18T02:34:57.464" v="684" actId="1076"/>
          <ac:picMkLst>
            <pc:docMk/>
            <pc:sldMk cId="0" sldId="264"/>
            <ac:picMk id="6" creationId="{46D6A46A-CBE9-9D20-7272-3104974AD40D}"/>
          </ac:picMkLst>
        </pc:picChg>
      </pc:sldChg>
      <pc:sldChg chg="addSp delSp modSp">
        <pc:chgData name="Angela Robbins" userId="S::angela.robbins_elearningdoc.com#ext#@cisco.onmicrosoft.com::e406273b-12cd-460d-a763-85132e1718ac" providerId="AD" clId="Web-{1F6474E3-4973-BD5F-B8C5-38E8E6AE0940}" dt="2022-10-18T02:36:28.360" v="690" actId="20577"/>
        <pc:sldMkLst>
          <pc:docMk/>
          <pc:sldMk cId="0" sldId="266"/>
        </pc:sldMkLst>
        <pc:spChg chg="add mod">
          <ac:chgData name="Angela Robbins" userId="S::angela.robbins_elearningdoc.com#ext#@cisco.onmicrosoft.com::e406273b-12cd-460d-a763-85132e1718ac" providerId="AD" clId="Web-{1F6474E3-4973-BD5F-B8C5-38E8E6AE0940}" dt="2022-10-18T02:36:28.360" v="690" actId="20577"/>
          <ac:spMkLst>
            <pc:docMk/>
            <pc:sldMk cId="0" sldId="266"/>
            <ac:spMk id="4" creationId="{65302071-2B71-3FFB-6EA2-4CA5B1ACF642}"/>
          </ac:spMkLst>
        </pc:spChg>
        <pc:spChg chg="add del mod">
          <ac:chgData name="Angela Robbins" userId="S::angela.robbins_elearningdoc.com#ext#@cisco.onmicrosoft.com::e406273b-12cd-460d-a763-85132e1718ac" providerId="AD" clId="Web-{1F6474E3-4973-BD5F-B8C5-38E8E6AE0940}" dt="2022-10-17T22:44:56.471" v="229"/>
          <ac:spMkLst>
            <pc:docMk/>
            <pc:sldMk cId="0" sldId="266"/>
            <ac:spMk id="4" creationId="{789F551F-FDF2-7D9B-4431-4BC80C548796}"/>
          </ac:spMkLst>
        </pc:spChg>
        <pc:spChg chg="mod">
          <ac:chgData name="Angela Robbins" userId="S::angela.robbins_elearningdoc.com#ext#@cisco.onmicrosoft.com::e406273b-12cd-460d-a763-85132e1718ac" providerId="AD" clId="Web-{1F6474E3-4973-BD5F-B8C5-38E8E6AE0940}" dt="2022-10-18T02:36:15.250" v="688" actId="20577"/>
          <ac:spMkLst>
            <pc:docMk/>
            <pc:sldMk cId="0" sldId="266"/>
            <ac:spMk id="5" creationId="{00000000-0000-0000-0000-000000000000}"/>
          </ac:spMkLst>
        </pc:spChg>
        <pc:picChg chg="add del mod modCrop">
          <ac:chgData name="Angela Robbins" userId="S::angela.robbins_elearningdoc.com#ext#@cisco.onmicrosoft.com::e406273b-12cd-460d-a763-85132e1718ac" providerId="AD" clId="Web-{1F6474E3-4973-BD5F-B8C5-38E8E6AE0940}" dt="2022-10-17T23:41:46.688" v="265"/>
          <ac:picMkLst>
            <pc:docMk/>
            <pc:sldMk cId="0" sldId="266"/>
            <ac:picMk id="6" creationId="{7E4258F2-0432-8ECF-20FC-7784B65AAF6E}"/>
          </ac:picMkLst>
        </pc:picChg>
      </pc:sldChg>
      <pc:sldChg chg="addSp delSp modSp">
        <pc:chgData name="Angela Robbins" userId="S::angela.robbins_elearningdoc.com#ext#@cisco.onmicrosoft.com::e406273b-12cd-460d-a763-85132e1718ac" providerId="AD" clId="Web-{1F6474E3-4973-BD5F-B8C5-38E8E6AE0940}" dt="2022-10-18T02:36:41.251" v="692" actId="20577"/>
        <pc:sldMkLst>
          <pc:docMk/>
          <pc:sldMk cId="0" sldId="268"/>
        </pc:sldMkLst>
        <pc:spChg chg="del">
          <ac:chgData name="Angela Robbins" userId="S::angela.robbins_elearningdoc.com#ext#@cisco.onmicrosoft.com::e406273b-12cd-460d-a763-85132e1718ac" providerId="AD" clId="Web-{1F6474E3-4973-BD5F-B8C5-38E8E6AE0940}" dt="2022-10-17T22:49:51.118" v="239"/>
          <ac:spMkLst>
            <pc:docMk/>
            <pc:sldMk cId="0" sldId="268"/>
            <ac:spMk id="5" creationId="{00000000-0000-0000-0000-000000000000}"/>
          </ac:spMkLst>
        </pc:spChg>
        <pc:spChg chg="add mod">
          <ac:chgData name="Angela Robbins" userId="S::angela.robbins_elearningdoc.com#ext#@cisco.onmicrosoft.com::e406273b-12cd-460d-a763-85132e1718ac" providerId="AD" clId="Web-{1F6474E3-4973-BD5F-B8C5-38E8E6AE0940}" dt="2022-10-18T02:36:41.251" v="692" actId="20577"/>
          <ac:spMkLst>
            <pc:docMk/>
            <pc:sldMk cId="0" sldId="268"/>
            <ac:spMk id="5" creationId="{BF9570E3-2A9C-477D-C3D5-CFE37337250C}"/>
          </ac:spMkLst>
        </pc:spChg>
        <pc:picChg chg="add del mod modCrop">
          <ac:chgData name="Angela Robbins" userId="S::angela.robbins_elearningdoc.com#ext#@cisco.onmicrosoft.com::e406273b-12cd-460d-a763-85132e1718ac" providerId="AD" clId="Web-{1F6474E3-4973-BD5F-B8C5-38E8E6AE0940}" dt="2022-10-18T00:50:28.068" v="382"/>
          <ac:picMkLst>
            <pc:docMk/>
            <pc:sldMk cId="0" sldId="268"/>
            <ac:picMk id="4" creationId="{2C6A5499-E301-11BC-2A4F-B42F8203DDE4}"/>
          </ac:picMkLst>
        </pc:picChg>
      </pc:sldChg>
      <pc:sldChg chg="modSp">
        <pc:chgData name="Angela Robbins" userId="S::angela.robbins_elearningdoc.com#ext#@cisco.onmicrosoft.com::e406273b-12cd-460d-a763-85132e1718ac" providerId="AD" clId="Web-{1F6474E3-4973-BD5F-B8C5-38E8E6AE0940}" dt="2022-10-17T21:21:39.848" v="166"/>
        <pc:sldMkLst>
          <pc:docMk/>
          <pc:sldMk cId="0" sldId="270"/>
        </pc:sldMkLst>
        <pc:graphicFrameChg chg="mod modGraphic">
          <ac:chgData name="Angela Robbins" userId="S::angela.robbins_elearningdoc.com#ext#@cisco.onmicrosoft.com::e406273b-12cd-460d-a763-85132e1718ac" providerId="AD" clId="Web-{1F6474E3-4973-BD5F-B8C5-38E8E6AE0940}" dt="2022-10-17T21:21:39.848" v="166"/>
          <ac:graphicFrameMkLst>
            <pc:docMk/>
            <pc:sldMk cId="0" sldId="270"/>
            <ac:graphicFrameMk id="16" creationId="{00000000-0000-0000-0000-000000000000}"/>
          </ac:graphicFrameMkLst>
        </pc:graphicFrameChg>
      </pc:sldChg>
      <pc:sldChg chg="addSp delSp modSp">
        <pc:chgData name="Angela Robbins" userId="S::angela.robbins_elearningdoc.com#ext#@cisco.onmicrosoft.com::e406273b-12cd-460d-a763-85132e1718ac" providerId="AD" clId="Web-{1F6474E3-4973-BD5F-B8C5-38E8E6AE0940}" dt="2022-10-18T02:41:01.828" v="736" actId="20577"/>
        <pc:sldMkLst>
          <pc:docMk/>
          <pc:sldMk cId="0" sldId="272"/>
        </pc:sldMkLst>
        <pc:spChg chg="mod">
          <ac:chgData name="Angela Robbins" userId="S::angela.robbins_elearningdoc.com#ext#@cisco.onmicrosoft.com::e406273b-12cd-460d-a763-85132e1718ac" providerId="AD" clId="Web-{1F6474E3-4973-BD5F-B8C5-38E8E6AE0940}" dt="2022-10-18T02:41:01.828" v="736" actId="20577"/>
          <ac:spMkLst>
            <pc:docMk/>
            <pc:sldMk cId="0" sldId="272"/>
            <ac:spMk id="5" creationId="{00000000-0000-0000-0000-000000000000}"/>
          </ac:spMkLst>
        </pc:spChg>
        <pc:spChg chg="add mod">
          <ac:chgData name="Angela Robbins" userId="S::angela.robbins_elearningdoc.com#ext#@cisco.onmicrosoft.com::e406273b-12cd-460d-a763-85132e1718ac" providerId="AD" clId="Web-{1F6474E3-4973-BD5F-B8C5-38E8E6AE0940}" dt="2022-10-18T02:40:47.312" v="734" actId="20577"/>
          <ac:spMkLst>
            <pc:docMk/>
            <pc:sldMk cId="0" sldId="272"/>
            <ac:spMk id="6" creationId="{52780DC3-DF87-4CA4-CEFE-F158044F2B9C}"/>
          </ac:spMkLst>
        </pc:spChg>
        <pc:picChg chg="add del mod modCrop">
          <ac:chgData name="Angela Robbins" userId="S::angela.robbins_elearningdoc.com#ext#@cisco.onmicrosoft.com::e406273b-12cd-460d-a763-85132e1718ac" providerId="AD" clId="Web-{1F6474E3-4973-BD5F-B8C5-38E8E6AE0940}" dt="2022-10-18T00:54:08.552" v="491"/>
          <ac:picMkLst>
            <pc:docMk/>
            <pc:sldMk cId="0" sldId="272"/>
            <ac:picMk id="4" creationId="{2CB90D0A-9AE7-A01B-EB1B-7204222B90B8}"/>
          </ac:picMkLst>
        </pc:picChg>
      </pc:sldChg>
      <pc:sldChg chg="modSp">
        <pc:chgData name="Angela Robbins" userId="S::angela.robbins_elearningdoc.com#ext#@cisco.onmicrosoft.com::e406273b-12cd-460d-a763-85132e1718ac" providerId="AD" clId="Web-{1F6474E3-4973-BD5F-B8C5-38E8E6AE0940}" dt="2022-10-18T02:42:13.051" v="742" actId="1076"/>
        <pc:sldMkLst>
          <pc:docMk/>
          <pc:sldMk cId="0" sldId="273"/>
        </pc:sldMkLst>
        <pc:spChg chg="mod">
          <ac:chgData name="Angela Robbins" userId="S::angela.robbins_elearningdoc.com#ext#@cisco.onmicrosoft.com::e406273b-12cd-460d-a763-85132e1718ac" providerId="AD" clId="Web-{1F6474E3-4973-BD5F-B8C5-38E8E6AE0940}" dt="2022-10-18T02:42:06.722" v="741" actId="1076"/>
          <ac:spMkLst>
            <pc:docMk/>
            <pc:sldMk cId="0" sldId="273"/>
            <ac:spMk id="5" creationId="{00000000-0000-0000-0000-000000000000}"/>
          </ac:spMkLst>
        </pc:spChg>
        <pc:picChg chg="mod">
          <ac:chgData name="Angela Robbins" userId="S::angela.robbins_elearningdoc.com#ext#@cisco.onmicrosoft.com::e406273b-12cd-460d-a763-85132e1718ac" providerId="AD" clId="Web-{1F6474E3-4973-BD5F-B8C5-38E8E6AE0940}" dt="2022-10-18T02:42:13.051" v="742" actId="1076"/>
          <ac:picMkLst>
            <pc:docMk/>
            <pc:sldMk cId="0" sldId="273"/>
            <ac:picMk id="4" creationId="{D8BD7C88-FB12-F586-72B8-5747BEFDA783}"/>
          </ac:picMkLst>
        </pc:picChg>
      </pc:sldChg>
      <pc:sldChg chg="modSp">
        <pc:chgData name="Angela Robbins" userId="S::angela.robbins_elearningdoc.com#ext#@cisco.onmicrosoft.com::e406273b-12cd-460d-a763-85132e1718ac" providerId="AD" clId="Web-{1F6474E3-4973-BD5F-B8C5-38E8E6AE0940}" dt="2022-10-18T02:48:44.653" v="751" actId="20577"/>
        <pc:sldMkLst>
          <pc:docMk/>
          <pc:sldMk cId="0" sldId="274"/>
        </pc:sldMkLst>
        <pc:spChg chg="mod">
          <ac:chgData name="Angela Robbins" userId="S::angela.robbins_elearningdoc.com#ext#@cisco.onmicrosoft.com::e406273b-12cd-460d-a763-85132e1718ac" providerId="AD" clId="Web-{1F6474E3-4973-BD5F-B8C5-38E8E6AE0940}" dt="2022-10-18T02:48:44.653" v="751" actId="20577"/>
          <ac:spMkLst>
            <pc:docMk/>
            <pc:sldMk cId="0" sldId="274"/>
            <ac:spMk id="5" creationId="{00000000-0000-0000-0000-000000000000}"/>
          </ac:spMkLst>
        </pc:spChg>
      </pc:sldChg>
      <pc:sldChg chg="modSp">
        <pc:chgData name="Angela Robbins" userId="S::angela.robbins_elearningdoc.com#ext#@cisco.onmicrosoft.com::e406273b-12cd-460d-a763-85132e1718ac" providerId="AD" clId="Web-{1F6474E3-4973-BD5F-B8C5-38E8E6AE0940}" dt="2022-10-18T02:51:24.396" v="774" actId="1076"/>
        <pc:sldMkLst>
          <pc:docMk/>
          <pc:sldMk cId="0" sldId="277"/>
        </pc:sldMkLst>
        <pc:spChg chg="mod">
          <ac:chgData name="Angela Robbins" userId="S::angela.robbins_elearningdoc.com#ext#@cisco.onmicrosoft.com::e406273b-12cd-460d-a763-85132e1718ac" providerId="AD" clId="Web-{1F6474E3-4973-BD5F-B8C5-38E8E6AE0940}" dt="2022-10-18T02:51:24.396" v="774" actId="1076"/>
          <ac:spMkLst>
            <pc:docMk/>
            <pc:sldMk cId="0" sldId="277"/>
            <ac:spMk id="5" creationId="{00000000-0000-0000-0000-000000000000}"/>
          </ac:spMkLst>
        </pc:spChg>
        <pc:picChg chg="mod">
          <ac:chgData name="Angela Robbins" userId="S::angela.robbins_elearningdoc.com#ext#@cisco.onmicrosoft.com::e406273b-12cd-460d-a763-85132e1718ac" providerId="AD" clId="Web-{1F6474E3-4973-BD5F-B8C5-38E8E6AE0940}" dt="2022-10-18T02:51:19.740" v="773" actId="1076"/>
          <ac:picMkLst>
            <pc:docMk/>
            <pc:sldMk cId="0" sldId="277"/>
            <ac:picMk id="4" creationId="{180C570D-648A-C472-547E-77865DA28D86}"/>
          </ac:picMkLst>
        </pc:picChg>
      </pc:sldChg>
      <pc:sldChg chg="modSp">
        <pc:chgData name="Angela Robbins" userId="S::angela.robbins_elearningdoc.com#ext#@cisco.onmicrosoft.com::e406273b-12cd-460d-a763-85132e1718ac" providerId="AD" clId="Web-{1F6474E3-4973-BD5F-B8C5-38E8E6AE0940}" dt="2022-10-18T02:52:53.307" v="785" actId="20577"/>
        <pc:sldMkLst>
          <pc:docMk/>
          <pc:sldMk cId="0" sldId="278"/>
        </pc:sldMkLst>
        <pc:spChg chg="mod">
          <ac:chgData name="Angela Robbins" userId="S::angela.robbins_elearningdoc.com#ext#@cisco.onmicrosoft.com::e406273b-12cd-460d-a763-85132e1718ac" providerId="AD" clId="Web-{1F6474E3-4973-BD5F-B8C5-38E8E6AE0940}" dt="2022-10-18T02:52:53.307" v="785" actId="20577"/>
          <ac:spMkLst>
            <pc:docMk/>
            <pc:sldMk cId="0" sldId="278"/>
            <ac:spMk id="5" creationId="{00000000-0000-0000-0000-000000000000}"/>
          </ac:spMkLst>
        </pc:spChg>
      </pc:sldChg>
      <pc:sldChg chg="addSp modSp">
        <pc:chgData name="Angela Robbins" userId="S::angela.robbins_elearningdoc.com#ext#@cisco.onmicrosoft.com::e406273b-12cd-460d-a763-85132e1718ac" providerId="AD" clId="Web-{1F6474E3-4973-BD5F-B8C5-38E8E6AE0940}" dt="2022-10-18T03:00:18.925" v="822" actId="1076"/>
        <pc:sldMkLst>
          <pc:docMk/>
          <pc:sldMk cId="0" sldId="279"/>
        </pc:sldMkLst>
        <pc:spChg chg="mod">
          <ac:chgData name="Angela Robbins" userId="S::angela.robbins_elearningdoc.com#ext#@cisco.onmicrosoft.com::e406273b-12cd-460d-a763-85132e1718ac" providerId="AD" clId="Web-{1F6474E3-4973-BD5F-B8C5-38E8E6AE0940}" dt="2022-10-18T02:59:57.424" v="816" actId="1076"/>
          <ac:spMkLst>
            <pc:docMk/>
            <pc:sldMk cId="0" sldId="279"/>
            <ac:spMk id="5" creationId="{00000000-0000-0000-0000-000000000000}"/>
          </ac:spMkLst>
        </pc:spChg>
        <pc:picChg chg="add mod">
          <ac:chgData name="Angela Robbins" userId="S::angela.robbins_elearningdoc.com#ext#@cisco.onmicrosoft.com::e406273b-12cd-460d-a763-85132e1718ac" providerId="AD" clId="Web-{1F6474E3-4973-BD5F-B8C5-38E8E6AE0940}" dt="2022-10-18T03:00:18.925" v="822" actId="1076"/>
          <ac:picMkLst>
            <pc:docMk/>
            <pc:sldMk cId="0" sldId="279"/>
            <ac:picMk id="6" creationId="{E0C6121D-CB29-3064-4967-2D312659FEEF}"/>
          </ac:picMkLst>
        </pc:picChg>
      </pc:sldChg>
      <pc:sldChg chg="modSp">
        <pc:chgData name="Angela Robbins" userId="S::angela.robbins_elearningdoc.com#ext#@cisco.onmicrosoft.com::e406273b-12cd-460d-a763-85132e1718ac" providerId="AD" clId="Web-{1F6474E3-4973-BD5F-B8C5-38E8E6AE0940}" dt="2022-10-18T03:20:46.393" v="1094" actId="20577"/>
        <pc:sldMkLst>
          <pc:docMk/>
          <pc:sldMk cId="0" sldId="280"/>
        </pc:sldMkLst>
        <pc:spChg chg="mod">
          <ac:chgData name="Angela Robbins" userId="S::angela.robbins_elearningdoc.com#ext#@cisco.onmicrosoft.com::e406273b-12cd-460d-a763-85132e1718ac" providerId="AD" clId="Web-{1F6474E3-4973-BD5F-B8C5-38E8E6AE0940}" dt="2022-10-18T03:20:46.393" v="1094" actId="20577"/>
          <ac:spMkLst>
            <pc:docMk/>
            <pc:sldMk cId="0" sldId="280"/>
            <ac:spMk id="5" creationId="{00000000-0000-0000-0000-000000000000}"/>
          </ac:spMkLst>
        </pc:spChg>
      </pc:sldChg>
      <pc:sldChg chg="modSp">
        <pc:chgData name="Angela Robbins" userId="S::angela.robbins_elearningdoc.com#ext#@cisco.onmicrosoft.com::e406273b-12cd-460d-a763-85132e1718ac" providerId="AD" clId="Web-{1F6474E3-4973-BD5F-B8C5-38E8E6AE0940}" dt="2022-10-18T03:30:11.002" v="1113" actId="20577"/>
        <pc:sldMkLst>
          <pc:docMk/>
          <pc:sldMk cId="0" sldId="281"/>
        </pc:sldMkLst>
        <pc:spChg chg="mod">
          <ac:chgData name="Angela Robbins" userId="S::angela.robbins_elearningdoc.com#ext#@cisco.onmicrosoft.com::e406273b-12cd-460d-a763-85132e1718ac" providerId="AD" clId="Web-{1F6474E3-4973-BD5F-B8C5-38E8E6AE0940}" dt="2022-10-18T03:30:11.002" v="1113" actId="20577"/>
          <ac:spMkLst>
            <pc:docMk/>
            <pc:sldMk cId="0" sldId="281"/>
            <ac:spMk id="5" creationId="{00000000-0000-0000-0000-000000000000}"/>
          </ac:spMkLst>
        </pc:spChg>
      </pc:sldChg>
      <pc:sldChg chg="modSp">
        <pc:chgData name="Angela Robbins" userId="S::angela.robbins_elearningdoc.com#ext#@cisco.onmicrosoft.com::e406273b-12cd-460d-a763-85132e1718ac" providerId="AD" clId="Web-{1F6474E3-4973-BD5F-B8C5-38E8E6AE0940}" dt="2022-10-18T03:35:36.082" v="1151" actId="20577"/>
        <pc:sldMkLst>
          <pc:docMk/>
          <pc:sldMk cId="0" sldId="284"/>
        </pc:sldMkLst>
        <pc:spChg chg="mod">
          <ac:chgData name="Angela Robbins" userId="S::angela.robbins_elearningdoc.com#ext#@cisco.onmicrosoft.com::e406273b-12cd-460d-a763-85132e1718ac" providerId="AD" clId="Web-{1F6474E3-4973-BD5F-B8C5-38E8E6AE0940}" dt="2022-10-18T03:32:46.244" v="1148" actId="1076"/>
          <ac:spMkLst>
            <pc:docMk/>
            <pc:sldMk cId="0" sldId="284"/>
            <ac:spMk id="2" creationId="{00000000-0000-0000-0000-000000000000}"/>
          </ac:spMkLst>
        </pc:spChg>
        <pc:spChg chg="mod">
          <ac:chgData name="Angela Robbins" userId="S::angela.robbins_elearningdoc.com#ext#@cisco.onmicrosoft.com::e406273b-12cd-460d-a763-85132e1718ac" providerId="AD" clId="Web-{1F6474E3-4973-BD5F-B8C5-38E8E6AE0940}" dt="2022-10-18T03:35:36.082" v="1151" actId="20577"/>
          <ac:spMkLst>
            <pc:docMk/>
            <pc:sldMk cId="0" sldId="284"/>
            <ac:spMk id="3" creationId="{00000000-0000-0000-0000-000000000000}"/>
          </ac:spMkLst>
        </pc:spChg>
        <pc:spChg chg="mod">
          <ac:chgData name="Angela Robbins" userId="S::angela.robbins_elearningdoc.com#ext#@cisco.onmicrosoft.com::e406273b-12cd-460d-a763-85132e1718ac" providerId="AD" clId="Web-{1F6474E3-4973-BD5F-B8C5-38E8E6AE0940}" dt="2022-10-18T03:32:23.009" v="1144" actId="1076"/>
          <ac:spMkLst>
            <pc:docMk/>
            <pc:sldMk cId="0" sldId="284"/>
            <ac:spMk id="5" creationId="{00000000-0000-0000-0000-000000000000}"/>
          </ac:spMkLst>
        </pc:spChg>
      </pc:sldChg>
      <pc:sldChg chg="modSp">
        <pc:chgData name="Angela Robbins" userId="S::angela.robbins_elearningdoc.com#ext#@cisco.onmicrosoft.com::e406273b-12cd-460d-a763-85132e1718ac" providerId="AD" clId="Web-{1F6474E3-4973-BD5F-B8C5-38E8E6AE0940}" dt="2022-10-18T00:58:45.899" v="598" actId="1076"/>
        <pc:sldMkLst>
          <pc:docMk/>
          <pc:sldMk cId="174566605" sldId="286"/>
        </pc:sldMkLst>
        <pc:spChg chg="mod">
          <ac:chgData name="Angela Robbins" userId="S::angela.robbins_elearningdoc.com#ext#@cisco.onmicrosoft.com::e406273b-12cd-460d-a763-85132e1718ac" providerId="AD" clId="Web-{1F6474E3-4973-BD5F-B8C5-38E8E6AE0940}" dt="2022-10-18T00:58:36.086" v="596" actId="1076"/>
          <ac:spMkLst>
            <pc:docMk/>
            <pc:sldMk cId="174566605" sldId="286"/>
            <ac:spMk id="4098" creationId="{00000000-0000-0000-0000-000000000000}"/>
          </ac:spMkLst>
        </pc:spChg>
        <pc:spChg chg="mod">
          <ac:chgData name="Angela Robbins" userId="S::angela.robbins_elearningdoc.com#ext#@cisco.onmicrosoft.com::e406273b-12cd-460d-a763-85132e1718ac" providerId="AD" clId="Web-{1F6474E3-4973-BD5F-B8C5-38E8E6AE0940}" dt="2022-10-18T00:58:45.899" v="598" actId="1076"/>
          <ac:spMkLst>
            <pc:docMk/>
            <pc:sldMk cId="174566605" sldId="286"/>
            <ac:spMk id="4099" creationId="{00000000-0000-0000-0000-000000000000}"/>
          </ac:spMkLst>
        </pc:spChg>
      </pc:sldChg>
      <pc:sldChg chg="addSp delSp modSp">
        <pc:chgData name="Angela Robbins" userId="S::angela.robbins_elearningdoc.com#ext#@cisco.onmicrosoft.com::e406273b-12cd-460d-a763-85132e1718ac" providerId="AD" clId="Web-{1F6474E3-4973-BD5F-B8C5-38E8E6AE0940}" dt="2022-10-18T01:50:44.231" v="601" actId="1076"/>
        <pc:sldMkLst>
          <pc:docMk/>
          <pc:sldMk cId="1035911048" sldId="287"/>
        </pc:sldMkLst>
        <pc:spChg chg="add del mod">
          <ac:chgData name="Angela Robbins" userId="S::angela.robbins_elearningdoc.com#ext#@cisco.onmicrosoft.com::e406273b-12cd-460d-a763-85132e1718ac" providerId="AD" clId="Web-{1F6474E3-4973-BD5F-B8C5-38E8E6AE0940}" dt="2022-10-17T21:39:02.348" v="193"/>
          <ac:spMkLst>
            <pc:docMk/>
            <pc:sldMk cId="1035911048" sldId="287"/>
            <ac:spMk id="2" creationId="{5B514A6A-87CC-6ABD-8351-4A92D51DC1F5}"/>
          </ac:spMkLst>
        </pc:spChg>
        <pc:spChg chg="mod">
          <ac:chgData name="Angela Robbins" userId="S::angela.robbins_elearningdoc.com#ext#@cisco.onmicrosoft.com::e406273b-12cd-460d-a763-85132e1718ac" providerId="AD" clId="Web-{1F6474E3-4973-BD5F-B8C5-38E8E6AE0940}" dt="2022-10-18T01:50:38.137" v="600" actId="1076"/>
          <ac:spMkLst>
            <pc:docMk/>
            <pc:sldMk cId="1035911048" sldId="287"/>
            <ac:spMk id="4" creationId="{793DCCED-8B9D-8BE1-73EE-D01A69E9F4CE}"/>
          </ac:spMkLst>
        </pc:spChg>
        <pc:spChg chg="mod">
          <ac:chgData name="Angela Robbins" userId="S::angela.robbins_elearningdoc.com#ext#@cisco.onmicrosoft.com::e406273b-12cd-460d-a763-85132e1718ac" providerId="AD" clId="Web-{1F6474E3-4973-BD5F-B8C5-38E8E6AE0940}" dt="2022-10-18T01:50:44.231" v="601" actId="1076"/>
          <ac:spMkLst>
            <pc:docMk/>
            <pc:sldMk cId="1035911048" sldId="287"/>
            <ac:spMk id="5" creationId="{9E636BEB-E9E9-21DD-376E-4E7E1686A4F4}"/>
          </ac:spMkLst>
        </pc:spChg>
        <pc:spChg chg="add del mod">
          <ac:chgData name="Angela Robbins" userId="S::angela.robbins_elearningdoc.com#ext#@cisco.onmicrosoft.com::e406273b-12cd-460d-a763-85132e1718ac" providerId="AD" clId="Web-{1F6474E3-4973-BD5F-B8C5-38E8E6AE0940}" dt="2022-10-17T21:39:22.181" v="199"/>
          <ac:spMkLst>
            <pc:docMk/>
            <pc:sldMk cId="1035911048" sldId="287"/>
            <ac:spMk id="7" creationId="{996FD26B-8B70-2A69-74A8-1BDB34CC49DA}"/>
          </ac:spMkLst>
        </pc:spChg>
        <pc:graphicFrameChg chg="add del mod modGraphic">
          <ac:chgData name="Angela Robbins" userId="S::angela.robbins_elearningdoc.com#ext#@cisco.onmicrosoft.com::e406273b-12cd-460d-a763-85132e1718ac" providerId="AD" clId="Web-{1F6474E3-4973-BD5F-B8C5-38E8E6AE0940}" dt="2022-10-17T21:39:35.866" v="203"/>
          <ac:graphicFrameMkLst>
            <pc:docMk/>
            <pc:sldMk cId="1035911048" sldId="287"/>
            <ac:graphicFrameMk id="6" creationId="{96471079-DB53-E8ED-5138-FEA07BCA31D5}"/>
          </ac:graphicFrameMkLst>
        </pc:graphicFrameChg>
      </pc:sldChg>
      <pc:sldChg chg="del">
        <pc:chgData name="Angela Robbins" userId="S::angela.robbins_elearningdoc.com#ext#@cisco.onmicrosoft.com::e406273b-12cd-460d-a763-85132e1718ac" providerId="AD" clId="Web-{1F6474E3-4973-BD5F-B8C5-38E8E6AE0940}" dt="2022-10-18T02:35:07.371" v="686"/>
        <pc:sldMkLst>
          <pc:docMk/>
          <pc:sldMk cId="2555150523" sldId="288"/>
        </pc:sldMkLst>
      </pc:sldChg>
      <pc:sldChg chg="addSp modSp">
        <pc:chgData name="Angela Robbins" userId="S::angela.robbins_elearningdoc.com#ext#@cisco.onmicrosoft.com::e406273b-12cd-460d-a763-85132e1718ac" providerId="AD" clId="Web-{1F6474E3-4973-BD5F-B8C5-38E8E6AE0940}" dt="2022-10-18T02:40:11.435" v="730" actId="1076"/>
        <pc:sldMkLst>
          <pc:docMk/>
          <pc:sldMk cId="3553677726" sldId="289"/>
        </pc:sldMkLst>
        <pc:spChg chg="mod">
          <ac:chgData name="Angela Robbins" userId="S::angela.robbins_elearningdoc.com#ext#@cisco.onmicrosoft.com::e406273b-12cd-460d-a763-85132e1718ac" providerId="AD" clId="Web-{1F6474E3-4973-BD5F-B8C5-38E8E6AE0940}" dt="2022-10-17T23:34:09.554" v="264" actId="1076"/>
          <ac:spMkLst>
            <pc:docMk/>
            <pc:sldMk cId="3553677726" sldId="289"/>
            <ac:spMk id="2" creationId="{9F956FD7-885E-EC71-59FF-99E9E0B72611}"/>
          </ac:spMkLst>
        </pc:spChg>
        <pc:spChg chg="mod">
          <ac:chgData name="Angela Robbins" userId="S::angela.robbins_elearningdoc.com#ext#@cisco.onmicrosoft.com::e406273b-12cd-460d-a763-85132e1718ac" providerId="AD" clId="Web-{1F6474E3-4973-BD5F-B8C5-38E8E6AE0940}" dt="2022-10-18T02:40:11.435" v="730" actId="1076"/>
          <ac:spMkLst>
            <pc:docMk/>
            <pc:sldMk cId="3553677726" sldId="289"/>
            <ac:spMk id="4" creationId="{2E0974CF-46E3-1411-6280-5A9C5DBB1FC6}"/>
          </ac:spMkLst>
        </pc:spChg>
        <pc:picChg chg="add mod modCrop">
          <ac:chgData name="Angela Robbins" userId="S::angela.robbins_elearningdoc.com#ext#@cisco.onmicrosoft.com::e406273b-12cd-460d-a763-85132e1718ac" providerId="AD" clId="Web-{1F6474E3-4973-BD5F-B8C5-38E8E6AE0940}" dt="2022-10-18T02:40:07.763" v="729" actId="1076"/>
          <ac:picMkLst>
            <pc:docMk/>
            <pc:sldMk cId="3553677726" sldId="289"/>
            <ac:picMk id="5" creationId="{1E7CA6C3-F8C2-B631-F843-CA66D3BF600A}"/>
          </ac:picMkLst>
        </pc:picChg>
      </pc:sldChg>
      <pc:sldChg chg="del">
        <pc:chgData name="Angela Robbins" userId="S::angela.robbins_elearningdoc.com#ext#@cisco.onmicrosoft.com::e406273b-12cd-460d-a763-85132e1718ac" providerId="AD" clId="Web-{1F6474E3-4973-BD5F-B8C5-38E8E6AE0940}" dt="2022-10-18T02:40:18.998" v="731"/>
        <pc:sldMkLst>
          <pc:docMk/>
          <pc:sldMk cId="2242595395" sldId="290"/>
        </pc:sldMkLst>
      </pc:sldChg>
      <pc:sldChg chg="modSp">
        <pc:chgData name="Angela Robbins" userId="S::angela.robbins_elearningdoc.com#ext#@cisco.onmicrosoft.com::e406273b-12cd-460d-a763-85132e1718ac" providerId="AD" clId="Web-{1F6474E3-4973-BD5F-B8C5-38E8E6AE0940}" dt="2022-10-18T02:49:46.172" v="763" actId="1076"/>
        <pc:sldMkLst>
          <pc:docMk/>
          <pc:sldMk cId="1125455495" sldId="291"/>
        </pc:sldMkLst>
        <pc:spChg chg="mod">
          <ac:chgData name="Angela Robbins" userId="S::angela.robbins_elearningdoc.com#ext#@cisco.onmicrosoft.com::e406273b-12cd-460d-a763-85132e1718ac" providerId="AD" clId="Web-{1F6474E3-4973-BD5F-B8C5-38E8E6AE0940}" dt="2022-10-18T02:49:46.172" v="763" actId="1076"/>
          <ac:spMkLst>
            <pc:docMk/>
            <pc:sldMk cId="1125455495" sldId="291"/>
            <ac:spMk id="2" creationId="{8EE7BF90-6A28-1DBE-9D7B-A6B4463EA0D5}"/>
          </ac:spMkLst>
        </pc:spChg>
        <pc:spChg chg="mod">
          <ac:chgData name="Angela Robbins" userId="S::angela.robbins_elearningdoc.com#ext#@cisco.onmicrosoft.com::e406273b-12cd-460d-a763-85132e1718ac" providerId="AD" clId="Web-{1F6474E3-4973-BD5F-B8C5-38E8E6AE0940}" dt="2022-10-18T02:49:32.078" v="759" actId="1076"/>
          <ac:spMkLst>
            <pc:docMk/>
            <pc:sldMk cId="1125455495" sldId="291"/>
            <ac:spMk id="5" creationId="{9D8951BB-2FE6-7C31-E83E-FCEDDCB02E2B}"/>
          </ac:spMkLst>
        </pc:spChg>
        <pc:picChg chg="mod">
          <ac:chgData name="Angela Robbins" userId="S::angela.robbins_elearningdoc.com#ext#@cisco.onmicrosoft.com::e406273b-12cd-460d-a763-85132e1718ac" providerId="AD" clId="Web-{1F6474E3-4973-BD5F-B8C5-38E8E6AE0940}" dt="2022-10-18T02:49:37.734" v="762" actId="1076"/>
          <ac:picMkLst>
            <pc:docMk/>
            <pc:sldMk cId="1125455495" sldId="291"/>
            <ac:picMk id="4" creationId="{E143A562-5465-57EA-B55C-4FA42F258500}"/>
          </ac:picMkLst>
        </pc:picChg>
      </pc:sldChg>
      <pc:sldChg chg="del">
        <pc:chgData name="Angela Robbins" userId="S::angela.robbins_elearningdoc.com#ext#@cisco.onmicrosoft.com::e406273b-12cd-460d-a763-85132e1718ac" providerId="AD" clId="Web-{1F6474E3-4973-BD5F-B8C5-38E8E6AE0940}" dt="2022-10-18T02:50:20.721" v="764"/>
        <pc:sldMkLst>
          <pc:docMk/>
          <pc:sldMk cId="4248321458" sldId="292"/>
        </pc:sldMkLst>
      </pc:sldChg>
      <pc:sldChg chg="modSp">
        <pc:chgData name="Angela Robbins" userId="S::angela.robbins_elearningdoc.com#ext#@cisco.onmicrosoft.com::e406273b-12cd-460d-a763-85132e1718ac" providerId="AD" clId="Web-{1F6474E3-4973-BD5F-B8C5-38E8E6AE0940}" dt="2022-10-18T02:53:05.198" v="786" actId="1076"/>
        <pc:sldMkLst>
          <pc:docMk/>
          <pc:sldMk cId="3129103443" sldId="293"/>
        </pc:sldMkLst>
        <pc:picChg chg="mod">
          <ac:chgData name="Angela Robbins" userId="S::angela.robbins_elearningdoc.com#ext#@cisco.onmicrosoft.com::e406273b-12cd-460d-a763-85132e1718ac" providerId="AD" clId="Web-{1F6474E3-4973-BD5F-B8C5-38E8E6AE0940}" dt="2022-10-18T02:53:05.198" v="786" actId="1076"/>
          <ac:picMkLst>
            <pc:docMk/>
            <pc:sldMk cId="3129103443" sldId="293"/>
            <ac:picMk id="4" creationId="{0A64F309-FC80-8CE7-CC8E-0D651AB474FC}"/>
          </ac:picMkLst>
        </pc:picChg>
      </pc:sldChg>
      <pc:sldChg chg="del">
        <pc:chgData name="Angela Robbins" userId="S::angela.robbins_elearningdoc.com#ext#@cisco.onmicrosoft.com::e406273b-12cd-460d-a763-85132e1718ac" providerId="AD" clId="Web-{1F6474E3-4973-BD5F-B8C5-38E8E6AE0940}" dt="2022-10-18T03:00:23.925" v="823"/>
        <pc:sldMkLst>
          <pc:docMk/>
          <pc:sldMk cId="194250812" sldId="294"/>
        </pc:sldMkLst>
      </pc:sldChg>
      <pc:sldChg chg="modSp">
        <pc:chgData name="Angela Robbins" userId="S::angela.robbins_elearningdoc.com#ext#@cisco.onmicrosoft.com::e406273b-12cd-460d-a763-85132e1718ac" providerId="AD" clId="Web-{1F6474E3-4973-BD5F-B8C5-38E8E6AE0940}" dt="2022-10-18T03:00:35.879" v="825" actId="20577"/>
        <pc:sldMkLst>
          <pc:docMk/>
          <pc:sldMk cId="1320194026" sldId="295"/>
        </pc:sldMkLst>
        <pc:spChg chg="mod">
          <ac:chgData name="Angela Robbins" userId="S::angela.robbins_elearningdoc.com#ext#@cisco.onmicrosoft.com::e406273b-12cd-460d-a763-85132e1718ac" providerId="AD" clId="Web-{1F6474E3-4973-BD5F-B8C5-38E8E6AE0940}" dt="2022-10-18T03:00:35.879" v="825" actId="20577"/>
          <ac:spMkLst>
            <pc:docMk/>
            <pc:sldMk cId="1320194026" sldId="295"/>
            <ac:spMk id="4" creationId="{90A9538A-91F0-0B42-CB4F-E574056D73A5}"/>
          </ac:spMkLst>
        </pc:spChg>
      </pc:sldChg>
      <pc:sldChg chg="addSp modSp">
        <pc:chgData name="Angela Robbins" userId="S::angela.robbins_elearningdoc.com#ext#@cisco.onmicrosoft.com::e406273b-12cd-460d-a763-85132e1718ac" providerId="AD" clId="Web-{1F6474E3-4973-BD5F-B8C5-38E8E6AE0940}" dt="2022-10-18T03:16:10.039" v="1081" actId="1076"/>
        <pc:sldMkLst>
          <pc:docMk/>
          <pc:sldMk cId="448559255" sldId="296"/>
        </pc:sldMkLst>
        <pc:spChg chg="add mod">
          <ac:chgData name="Angela Robbins" userId="S::angela.robbins_elearningdoc.com#ext#@cisco.onmicrosoft.com::e406273b-12cd-460d-a763-85132e1718ac" providerId="AD" clId="Web-{1F6474E3-4973-BD5F-B8C5-38E8E6AE0940}" dt="2022-10-18T03:16:10.039" v="1081" actId="1076"/>
          <ac:spMkLst>
            <pc:docMk/>
            <pc:sldMk cId="448559255" sldId="296"/>
            <ac:spMk id="3" creationId="{5BD2D340-1298-7E88-1CAA-D2BFA865EF72}"/>
          </ac:spMkLst>
        </pc:spChg>
        <pc:picChg chg="mod">
          <ac:chgData name="Angela Robbins" userId="S::angela.robbins_elearningdoc.com#ext#@cisco.onmicrosoft.com::e406273b-12cd-460d-a763-85132e1718ac" providerId="AD" clId="Web-{1F6474E3-4973-BD5F-B8C5-38E8E6AE0940}" dt="2022-10-18T03:09:14.970" v="827" actId="1076"/>
          <ac:picMkLst>
            <pc:docMk/>
            <pc:sldMk cId="448559255" sldId="296"/>
            <ac:picMk id="4" creationId="{246D11C4-351C-2930-1A85-99F5D736D7D3}"/>
          </ac:picMkLst>
        </pc:picChg>
      </pc:sldChg>
      <pc:sldChg chg="modSp">
        <pc:chgData name="Angela Robbins" userId="S::angela.robbins_elearningdoc.com#ext#@cisco.onmicrosoft.com::e406273b-12cd-460d-a763-85132e1718ac" providerId="AD" clId="Web-{1F6474E3-4973-BD5F-B8C5-38E8E6AE0940}" dt="2022-10-18T03:16:29.728" v="1082" actId="20577"/>
        <pc:sldMkLst>
          <pc:docMk/>
          <pc:sldMk cId="983381146" sldId="297"/>
        </pc:sldMkLst>
        <pc:spChg chg="mod">
          <ac:chgData name="Angela Robbins" userId="S::angela.robbins_elearningdoc.com#ext#@cisco.onmicrosoft.com::e406273b-12cd-460d-a763-85132e1718ac" providerId="AD" clId="Web-{1F6474E3-4973-BD5F-B8C5-38E8E6AE0940}" dt="2022-10-18T03:16:29.728" v="1082" actId="20577"/>
          <ac:spMkLst>
            <pc:docMk/>
            <pc:sldMk cId="983381146" sldId="297"/>
            <ac:spMk id="3" creationId="{C76F6B08-3A0D-D0F3-1733-B91F7144E9F5}"/>
          </ac:spMkLst>
        </pc:spChg>
      </pc:sldChg>
      <pc:sldChg chg="modSp">
        <pc:chgData name="Angela Robbins" userId="S::angela.robbins_elearningdoc.com#ext#@cisco.onmicrosoft.com::e406273b-12cd-460d-a763-85132e1718ac" providerId="AD" clId="Web-{1F6474E3-4973-BD5F-B8C5-38E8E6AE0940}" dt="2022-10-18T03:18:13.202" v="1090" actId="1076"/>
        <pc:sldMkLst>
          <pc:docMk/>
          <pc:sldMk cId="2820964606" sldId="298"/>
        </pc:sldMkLst>
        <pc:spChg chg="mod">
          <ac:chgData name="Angela Robbins" userId="S::angela.robbins_elearningdoc.com#ext#@cisco.onmicrosoft.com::e406273b-12cd-460d-a763-85132e1718ac" providerId="AD" clId="Web-{1F6474E3-4973-BD5F-B8C5-38E8E6AE0940}" dt="2022-10-18T03:18:05.858" v="1089" actId="1076"/>
          <ac:spMkLst>
            <pc:docMk/>
            <pc:sldMk cId="2820964606" sldId="298"/>
            <ac:spMk id="5" creationId="{ECD17765-56C2-8569-67B5-0DCB2B426E74}"/>
          </ac:spMkLst>
        </pc:spChg>
        <pc:picChg chg="mod">
          <ac:chgData name="Angela Robbins" userId="S::angela.robbins_elearningdoc.com#ext#@cisco.onmicrosoft.com::e406273b-12cd-460d-a763-85132e1718ac" providerId="AD" clId="Web-{1F6474E3-4973-BD5F-B8C5-38E8E6AE0940}" dt="2022-10-18T03:18:13.202" v="1090" actId="1076"/>
          <ac:picMkLst>
            <pc:docMk/>
            <pc:sldMk cId="2820964606" sldId="298"/>
            <ac:picMk id="4" creationId="{9F48AB3F-62E4-AE36-B039-CEF94A55326C}"/>
          </ac:picMkLst>
        </pc:picChg>
      </pc:sldChg>
      <pc:sldChg chg="modSp">
        <pc:chgData name="Angela Robbins" userId="S::angela.robbins_elearningdoc.com#ext#@cisco.onmicrosoft.com::e406273b-12cd-460d-a763-85132e1718ac" providerId="AD" clId="Web-{1F6474E3-4973-BD5F-B8C5-38E8E6AE0940}" dt="2022-10-18T03:35:59.271" v="1154" actId="20577"/>
        <pc:sldMkLst>
          <pc:docMk/>
          <pc:sldMk cId="125537020" sldId="299"/>
        </pc:sldMkLst>
        <pc:spChg chg="mod">
          <ac:chgData name="Angela Robbins" userId="S::angela.robbins_elearningdoc.com#ext#@cisco.onmicrosoft.com::e406273b-12cd-460d-a763-85132e1718ac" providerId="AD" clId="Web-{1F6474E3-4973-BD5F-B8C5-38E8E6AE0940}" dt="2022-10-18T03:35:40.457" v="1152" actId="20577"/>
          <ac:spMkLst>
            <pc:docMk/>
            <pc:sldMk cId="125537020" sldId="299"/>
            <ac:spMk id="3" creationId="{00000000-0000-0000-0000-000000000000}"/>
          </ac:spMkLst>
        </pc:spChg>
        <pc:spChg chg="mod">
          <ac:chgData name="Angela Robbins" userId="S::angela.robbins_elearningdoc.com#ext#@cisco.onmicrosoft.com::e406273b-12cd-460d-a763-85132e1718ac" providerId="AD" clId="Web-{1F6474E3-4973-BD5F-B8C5-38E8E6AE0940}" dt="2022-10-18T03:35:59.271" v="1154" actId="20577"/>
          <ac:spMkLst>
            <pc:docMk/>
            <pc:sldMk cId="125537020" sldId="299"/>
            <ac:spMk id="5" creationId="{00000000-0000-0000-0000-000000000000}"/>
          </ac:spMkLst>
        </pc:spChg>
      </pc:sldChg>
      <pc:sldChg chg="modSp">
        <pc:chgData name="Angela Robbins" userId="S::angela.robbins_elearningdoc.com#ext#@cisco.onmicrosoft.com::e406273b-12cd-460d-a763-85132e1718ac" providerId="AD" clId="Web-{1F6474E3-4973-BD5F-B8C5-38E8E6AE0940}" dt="2022-10-18T03:30:39.128" v="1123"/>
        <pc:sldMkLst>
          <pc:docMk/>
          <pc:sldMk cId="1223873037" sldId="300"/>
        </pc:sldMkLst>
        <pc:graphicFrameChg chg="mod modGraphic">
          <ac:chgData name="Angela Robbins" userId="S::angela.robbins_elearningdoc.com#ext#@cisco.onmicrosoft.com::e406273b-12cd-460d-a763-85132e1718ac" providerId="AD" clId="Web-{1F6474E3-4973-BD5F-B8C5-38E8E6AE0940}" dt="2022-10-18T03:30:39.128" v="1123"/>
          <ac:graphicFrameMkLst>
            <pc:docMk/>
            <pc:sldMk cId="1223873037" sldId="300"/>
            <ac:graphicFrameMk id="3" creationId="{00000000-0000-0000-0000-000000000000}"/>
          </ac:graphicFrameMkLst>
        </pc:graphicFrameChg>
      </pc:sldChg>
      <pc:sldChg chg="addSp delSp modSp new">
        <pc:chgData name="Angela Robbins" userId="S::angela.robbins_elearningdoc.com#ext#@cisco.onmicrosoft.com::e406273b-12cd-460d-a763-85132e1718ac" providerId="AD" clId="Web-{1F6474E3-4973-BD5F-B8C5-38E8E6AE0940}" dt="2022-10-17T21:54:38.704" v="216" actId="20577"/>
        <pc:sldMkLst>
          <pc:docMk/>
          <pc:sldMk cId="3425528410" sldId="302"/>
        </pc:sldMkLst>
        <pc:spChg chg="del">
          <ac:chgData name="Angela Robbins" userId="S::angela.robbins_elearningdoc.com#ext#@cisco.onmicrosoft.com::e406273b-12cd-460d-a763-85132e1718ac" providerId="AD" clId="Web-{1F6474E3-4973-BD5F-B8C5-38E8E6AE0940}" dt="2022-10-17T21:39:10.727" v="195"/>
          <ac:spMkLst>
            <pc:docMk/>
            <pc:sldMk cId="3425528410" sldId="302"/>
            <ac:spMk id="2" creationId="{E02B01AE-6500-DD04-3BB6-09A2B516C382}"/>
          </ac:spMkLst>
        </pc:spChg>
        <pc:spChg chg="mod">
          <ac:chgData name="Angela Robbins" userId="S::angela.robbins_elearningdoc.com#ext#@cisco.onmicrosoft.com::e406273b-12cd-460d-a763-85132e1718ac" providerId="AD" clId="Web-{1F6474E3-4973-BD5F-B8C5-38E8E6AE0940}" dt="2022-10-17T21:54:30.167" v="214" actId="1076"/>
          <ac:spMkLst>
            <pc:docMk/>
            <pc:sldMk cId="3425528410" sldId="302"/>
            <ac:spMk id="3" creationId="{2A8009B3-3AA6-1D50-F1DB-9451A50D33DA}"/>
          </ac:spMkLst>
        </pc:spChg>
        <pc:spChg chg="add mod">
          <ac:chgData name="Angela Robbins" userId="S::angela.robbins_elearningdoc.com#ext#@cisco.onmicrosoft.com::e406273b-12cd-460d-a763-85132e1718ac" providerId="AD" clId="Web-{1F6474E3-4973-BD5F-B8C5-38E8E6AE0940}" dt="2022-10-17T21:54:38.704" v="216" actId="20577"/>
          <ac:spMkLst>
            <pc:docMk/>
            <pc:sldMk cId="3425528410" sldId="302"/>
            <ac:spMk id="5" creationId="{ADDDF0DE-51E3-2644-D791-3931E9314CC1}"/>
          </ac:spMkLst>
        </pc:spChg>
        <pc:graphicFrameChg chg="add mod modGraphic">
          <ac:chgData name="Angela Robbins" userId="S::angela.robbins_elearningdoc.com#ext#@cisco.onmicrosoft.com::e406273b-12cd-460d-a763-85132e1718ac" providerId="AD" clId="Web-{1F6474E3-4973-BD5F-B8C5-38E8E6AE0940}" dt="2022-10-17T21:40:02.102" v="210"/>
          <ac:graphicFrameMkLst>
            <pc:docMk/>
            <pc:sldMk cId="3425528410" sldId="302"/>
            <ac:graphicFrameMk id="7" creationId="{5B0F2614-1387-BD7F-6998-E66076F7761A}"/>
          </ac:graphicFrameMkLst>
        </pc:graphicFrameChg>
      </pc:sldChg>
      <pc:sldChg chg="addSp modSp new">
        <pc:chgData name="Angela Robbins" userId="S::angela.robbins_elearningdoc.com#ext#@cisco.onmicrosoft.com::e406273b-12cd-460d-a763-85132e1718ac" providerId="AD" clId="Web-{1F6474E3-4973-BD5F-B8C5-38E8E6AE0940}" dt="2022-10-18T03:35:31.300" v="1149" actId="20577"/>
        <pc:sldMkLst>
          <pc:docMk/>
          <pc:sldMk cId="847070616" sldId="303"/>
        </pc:sldMkLst>
        <pc:spChg chg="mod">
          <ac:chgData name="Angela Robbins" userId="S::angela.robbins_elearningdoc.com#ext#@cisco.onmicrosoft.com::e406273b-12cd-460d-a763-85132e1718ac" providerId="AD" clId="Web-{1F6474E3-4973-BD5F-B8C5-38E8E6AE0940}" dt="2022-10-18T03:35:31.300" v="1149" actId="20577"/>
          <ac:spMkLst>
            <pc:docMk/>
            <pc:sldMk cId="847070616" sldId="303"/>
            <ac:spMk id="2" creationId="{69250927-FAF6-1235-3A93-FDB5154DFEE4}"/>
          </ac:spMkLst>
        </pc:spChg>
        <pc:spChg chg="mod">
          <ac:chgData name="Angela Robbins" userId="S::angela.robbins_elearningdoc.com#ext#@cisco.onmicrosoft.com::e406273b-12cd-460d-a763-85132e1718ac" providerId="AD" clId="Web-{1F6474E3-4973-BD5F-B8C5-38E8E6AE0940}" dt="2022-10-18T03:32:35.353" v="1146" actId="1076"/>
          <ac:spMkLst>
            <pc:docMk/>
            <pc:sldMk cId="847070616" sldId="303"/>
            <ac:spMk id="3" creationId="{AFBDADDD-3DE0-4A38-8C12-A6462E6CC39C}"/>
          </ac:spMkLst>
        </pc:spChg>
        <pc:spChg chg="add mod">
          <ac:chgData name="Angela Robbins" userId="S::angela.robbins_elearningdoc.com#ext#@cisco.onmicrosoft.com::e406273b-12cd-460d-a763-85132e1718ac" providerId="AD" clId="Web-{1F6474E3-4973-BD5F-B8C5-38E8E6AE0940}" dt="2022-10-18T03:31:37.084" v="1133" actId="20577"/>
          <ac:spMkLst>
            <pc:docMk/>
            <pc:sldMk cId="847070616" sldId="303"/>
            <ac:spMk id="4" creationId="{2A9BC9EB-85DD-1861-8EAF-936E71EBACA6}"/>
          </ac:spMkLst>
        </pc:spChg>
      </pc:sldChg>
    </pc:docChg>
  </pc:docChgLst>
  <pc:docChgLst>
    <pc:chgData name="Brie Nelson" userId="S::brie_elearningdoc.com#ext#@cisco.onmicrosoft.com::712abed6-64c6-4c4c-80f1-14676a42bb74" providerId="AD" clId="Web-{28396012-C7CC-636E-85C6-A7BD696CA21F}"/>
    <pc:docChg chg="modSld">
      <pc:chgData name="Brie Nelson" userId="S::brie_elearningdoc.com#ext#@cisco.onmicrosoft.com::712abed6-64c6-4c4c-80f1-14676a42bb74" providerId="AD" clId="Web-{28396012-C7CC-636E-85C6-A7BD696CA21F}" dt="2022-10-30T20:11:12.710" v="365" actId="20577"/>
      <pc:docMkLst>
        <pc:docMk/>
      </pc:docMkLst>
      <pc:sldChg chg="modSp">
        <pc:chgData name="Brie Nelson" userId="S::brie_elearningdoc.com#ext#@cisco.onmicrosoft.com::712abed6-64c6-4c4c-80f1-14676a42bb74" providerId="AD" clId="Web-{28396012-C7CC-636E-85C6-A7BD696CA21F}" dt="2022-10-30T17:32:58.032" v="38" actId="20577"/>
        <pc:sldMkLst>
          <pc:docMk/>
          <pc:sldMk cId="0" sldId="264"/>
        </pc:sldMkLst>
        <pc:spChg chg="mod">
          <ac:chgData name="Brie Nelson" userId="S::brie_elearningdoc.com#ext#@cisco.onmicrosoft.com::712abed6-64c6-4c4c-80f1-14676a42bb74" providerId="AD" clId="Web-{28396012-C7CC-636E-85C6-A7BD696CA21F}" dt="2022-10-30T17:32:58.032" v="38" actId="20577"/>
          <ac:spMkLst>
            <pc:docMk/>
            <pc:sldMk cId="0" sldId="264"/>
            <ac:spMk id="5" creationId="{00000000-0000-0000-0000-000000000000}"/>
          </ac:spMkLst>
        </pc:spChg>
        <pc:picChg chg="mod">
          <ac:chgData name="Brie Nelson" userId="S::brie_elearningdoc.com#ext#@cisco.onmicrosoft.com::712abed6-64c6-4c4c-80f1-14676a42bb74" providerId="AD" clId="Web-{28396012-C7CC-636E-85C6-A7BD696CA21F}" dt="2022-10-30T17:31:27.131" v="36" actId="1076"/>
          <ac:picMkLst>
            <pc:docMk/>
            <pc:sldMk cId="0" sldId="264"/>
            <ac:picMk id="6" creationId="{46D6A46A-CBE9-9D20-7272-3104974AD40D}"/>
          </ac:picMkLst>
        </pc:picChg>
      </pc:sldChg>
      <pc:sldChg chg="modSp modCm">
        <pc:chgData name="Brie Nelson" userId="S::brie_elearningdoc.com#ext#@cisco.onmicrosoft.com::712abed6-64c6-4c4c-80f1-14676a42bb74" providerId="AD" clId="Web-{28396012-C7CC-636E-85C6-A7BD696CA21F}" dt="2022-10-30T18:05:01.704" v="183" actId="20577"/>
        <pc:sldMkLst>
          <pc:docMk/>
          <pc:sldMk cId="0" sldId="266"/>
        </pc:sldMkLst>
        <pc:spChg chg="mod">
          <ac:chgData name="Brie Nelson" userId="S::brie_elearningdoc.com#ext#@cisco.onmicrosoft.com::712abed6-64c6-4c4c-80f1-14676a42bb74" providerId="AD" clId="Web-{28396012-C7CC-636E-85C6-A7BD696CA21F}" dt="2022-10-30T18:05:01.704" v="183" actId="20577"/>
          <ac:spMkLst>
            <pc:docMk/>
            <pc:sldMk cId="0" sldId="266"/>
            <ac:spMk id="5" creationId="{00000000-0000-0000-0000-000000000000}"/>
          </ac:spMkLst>
        </pc:spChg>
      </pc:sldChg>
      <pc:sldChg chg="modSp">
        <pc:chgData name="Brie Nelson" userId="S::brie_elearningdoc.com#ext#@cisco.onmicrosoft.com::712abed6-64c6-4c4c-80f1-14676a42bb74" providerId="AD" clId="Web-{28396012-C7CC-636E-85C6-A7BD696CA21F}" dt="2022-10-30T18:06:33.300" v="187"/>
        <pc:sldMkLst>
          <pc:docMk/>
          <pc:sldMk cId="0" sldId="267"/>
        </pc:sldMkLst>
        <pc:graphicFrameChg chg="mod modGraphic">
          <ac:chgData name="Brie Nelson" userId="S::brie_elearningdoc.com#ext#@cisco.onmicrosoft.com::712abed6-64c6-4c4c-80f1-14676a42bb74" providerId="AD" clId="Web-{28396012-C7CC-636E-85C6-A7BD696CA21F}" dt="2022-10-30T18:06:33.300" v="187"/>
          <ac:graphicFrameMkLst>
            <pc:docMk/>
            <pc:sldMk cId="0" sldId="267"/>
            <ac:graphicFrameMk id="13" creationId="{00000000-0000-0000-0000-000000000000}"/>
          </ac:graphicFrameMkLst>
        </pc:graphicFrameChg>
      </pc:sldChg>
      <pc:sldChg chg="modSp modCm">
        <pc:chgData name="Brie Nelson" userId="S::brie_elearningdoc.com#ext#@cisco.onmicrosoft.com::712abed6-64c6-4c4c-80f1-14676a42bb74" providerId="AD" clId="Web-{28396012-C7CC-636E-85C6-A7BD696CA21F}" dt="2022-10-30T18:23:22.213" v="257"/>
        <pc:sldMkLst>
          <pc:docMk/>
          <pc:sldMk cId="0" sldId="271"/>
        </pc:sldMkLst>
        <pc:graphicFrameChg chg="mod modGraphic">
          <ac:chgData name="Brie Nelson" userId="S::brie_elearningdoc.com#ext#@cisco.onmicrosoft.com::712abed6-64c6-4c4c-80f1-14676a42bb74" providerId="AD" clId="Web-{28396012-C7CC-636E-85C6-A7BD696CA21F}" dt="2022-10-30T18:23:22.213" v="257"/>
          <ac:graphicFrameMkLst>
            <pc:docMk/>
            <pc:sldMk cId="0" sldId="271"/>
            <ac:graphicFrameMk id="17" creationId="{00000000-0000-0000-0000-000000000000}"/>
          </ac:graphicFrameMkLst>
        </pc:graphicFrameChg>
      </pc:sldChg>
      <pc:sldChg chg="modSp modCm">
        <pc:chgData name="Brie Nelson" userId="S::brie_elearningdoc.com#ext#@cisco.onmicrosoft.com::712abed6-64c6-4c4c-80f1-14676a42bb74" providerId="AD" clId="Web-{28396012-C7CC-636E-85C6-A7BD696CA21F}" dt="2022-10-30T18:23:58.808" v="259" actId="20577"/>
        <pc:sldMkLst>
          <pc:docMk/>
          <pc:sldMk cId="0" sldId="272"/>
        </pc:sldMkLst>
        <pc:spChg chg="mod">
          <ac:chgData name="Brie Nelson" userId="S::brie_elearningdoc.com#ext#@cisco.onmicrosoft.com::712abed6-64c6-4c4c-80f1-14676a42bb74" providerId="AD" clId="Web-{28396012-C7CC-636E-85C6-A7BD696CA21F}" dt="2022-10-30T18:23:58.808" v="259" actId="20577"/>
          <ac:spMkLst>
            <pc:docMk/>
            <pc:sldMk cId="0" sldId="272"/>
            <ac:spMk id="5" creationId="{00000000-0000-0000-0000-000000000000}"/>
          </ac:spMkLst>
        </pc:spChg>
      </pc:sldChg>
      <pc:sldChg chg="modSp modCm">
        <pc:chgData name="Brie Nelson" userId="S::brie_elearningdoc.com#ext#@cisco.onmicrosoft.com::712abed6-64c6-4c4c-80f1-14676a42bb74" providerId="AD" clId="Web-{28396012-C7CC-636E-85C6-A7BD696CA21F}" dt="2022-10-30T18:24:35.105" v="264" actId="14100"/>
        <pc:sldMkLst>
          <pc:docMk/>
          <pc:sldMk cId="0" sldId="273"/>
        </pc:sldMkLst>
        <pc:spChg chg="mod">
          <ac:chgData name="Brie Nelson" userId="S::brie_elearningdoc.com#ext#@cisco.onmicrosoft.com::712abed6-64c6-4c4c-80f1-14676a42bb74" providerId="AD" clId="Web-{28396012-C7CC-636E-85C6-A7BD696CA21F}" dt="2022-10-30T18:24:35.105" v="264" actId="14100"/>
          <ac:spMkLst>
            <pc:docMk/>
            <pc:sldMk cId="0" sldId="273"/>
            <ac:spMk id="5" creationId="{00000000-0000-0000-0000-000000000000}"/>
          </ac:spMkLst>
        </pc:spChg>
        <pc:picChg chg="mod">
          <ac:chgData name="Brie Nelson" userId="S::brie_elearningdoc.com#ext#@cisco.onmicrosoft.com::712abed6-64c6-4c4c-80f1-14676a42bb74" providerId="AD" clId="Web-{28396012-C7CC-636E-85C6-A7BD696CA21F}" dt="2022-10-30T18:24:20.699" v="261" actId="14100"/>
          <ac:picMkLst>
            <pc:docMk/>
            <pc:sldMk cId="0" sldId="273"/>
            <ac:picMk id="4" creationId="{D8BD7C88-FB12-F586-72B8-5747BEFDA783}"/>
          </ac:picMkLst>
        </pc:picChg>
      </pc:sldChg>
      <pc:sldChg chg="modSp modCm">
        <pc:chgData name="Brie Nelson" userId="S::brie_elearningdoc.com#ext#@cisco.onmicrosoft.com::712abed6-64c6-4c4c-80f1-14676a42bb74" providerId="AD" clId="Web-{28396012-C7CC-636E-85C6-A7BD696CA21F}" dt="2022-10-30T19:44:10.859" v="268" actId="20577"/>
        <pc:sldMkLst>
          <pc:docMk/>
          <pc:sldMk cId="0" sldId="274"/>
        </pc:sldMkLst>
        <pc:spChg chg="mod">
          <ac:chgData name="Brie Nelson" userId="S::brie_elearningdoc.com#ext#@cisco.onmicrosoft.com::712abed6-64c6-4c4c-80f1-14676a42bb74" providerId="AD" clId="Web-{28396012-C7CC-636E-85C6-A7BD696CA21F}" dt="2022-10-30T19:44:10.859" v="268" actId="20577"/>
          <ac:spMkLst>
            <pc:docMk/>
            <pc:sldMk cId="0" sldId="274"/>
            <ac:spMk id="5" creationId="{00000000-0000-0000-0000-000000000000}"/>
          </ac:spMkLst>
        </pc:spChg>
      </pc:sldChg>
      <pc:sldChg chg="modSp modCm">
        <pc:chgData name="Brie Nelson" userId="S::brie_elearningdoc.com#ext#@cisco.onmicrosoft.com::712abed6-64c6-4c4c-80f1-14676a42bb74" providerId="AD" clId="Web-{28396012-C7CC-636E-85C6-A7BD696CA21F}" dt="2022-10-30T19:47:18.913" v="277" actId="20577"/>
        <pc:sldMkLst>
          <pc:docMk/>
          <pc:sldMk cId="0" sldId="277"/>
        </pc:sldMkLst>
        <pc:spChg chg="mod">
          <ac:chgData name="Brie Nelson" userId="S::brie_elearningdoc.com#ext#@cisco.onmicrosoft.com::712abed6-64c6-4c4c-80f1-14676a42bb74" providerId="AD" clId="Web-{28396012-C7CC-636E-85C6-A7BD696CA21F}" dt="2022-10-30T19:47:18.913" v="277" actId="20577"/>
          <ac:spMkLst>
            <pc:docMk/>
            <pc:sldMk cId="0" sldId="277"/>
            <ac:spMk id="5" creationId="{00000000-0000-0000-0000-000000000000}"/>
          </ac:spMkLst>
        </pc:spChg>
        <pc:picChg chg="mod">
          <ac:chgData name="Brie Nelson" userId="S::brie_elearningdoc.com#ext#@cisco.onmicrosoft.com::712abed6-64c6-4c4c-80f1-14676a42bb74" providerId="AD" clId="Web-{28396012-C7CC-636E-85C6-A7BD696CA21F}" dt="2022-10-30T19:45:07.830" v="272" actId="14100"/>
          <ac:picMkLst>
            <pc:docMk/>
            <pc:sldMk cId="0" sldId="277"/>
            <ac:picMk id="4" creationId="{180C570D-648A-C472-547E-77865DA28D86}"/>
          </ac:picMkLst>
        </pc:picChg>
      </pc:sldChg>
      <pc:sldChg chg="modSp modCm">
        <pc:chgData name="Brie Nelson" userId="S::brie_elearningdoc.com#ext#@cisco.onmicrosoft.com::712abed6-64c6-4c4c-80f1-14676a42bb74" providerId="AD" clId="Web-{28396012-C7CC-636E-85C6-A7BD696CA21F}" dt="2022-10-30T19:49:24.073" v="285" actId="20577"/>
        <pc:sldMkLst>
          <pc:docMk/>
          <pc:sldMk cId="0" sldId="278"/>
        </pc:sldMkLst>
        <pc:spChg chg="mod">
          <ac:chgData name="Brie Nelson" userId="S::brie_elearningdoc.com#ext#@cisco.onmicrosoft.com::712abed6-64c6-4c4c-80f1-14676a42bb74" providerId="AD" clId="Web-{28396012-C7CC-636E-85C6-A7BD696CA21F}" dt="2022-10-30T19:49:24.073" v="285" actId="20577"/>
          <ac:spMkLst>
            <pc:docMk/>
            <pc:sldMk cId="0" sldId="278"/>
            <ac:spMk id="5" creationId="{00000000-0000-0000-0000-000000000000}"/>
          </ac:spMkLst>
        </pc:spChg>
      </pc:sldChg>
      <pc:sldChg chg="modSp modCm">
        <pc:chgData name="Brie Nelson" userId="S::brie_elearningdoc.com#ext#@cisco.onmicrosoft.com::712abed6-64c6-4c4c-80f1-14676a42bb74" providerId="AD" clId="Web-{28396012-C7CC-636E-85C6-A7BD696CA21F}" dt="2022-10-30T19:53:35.253" v="297" actId="20577"/>
        <pc:sldMkLst>
          <pc:docMk/>
          <pc:sldMk cId="0" sldId="279"/>
        </pc:sldMkLst>
        <pc:spChg chg="mod">
          <ac:chgData name="Brie Nelson" userId="S::brie_elearningdoc.com#ext#@cisco.onmicrosoft.com::712abed6-64c6-4c4c-80f1-14676a42bb74" providerId="AD" clId="Web-{28396012-C7CC-636E-85C6-A7BD696CA21F}" dt="2022-10-30T19:53:26.159" v="295" actId="20577"/>
          <ac:spMkLst>
            <pc:docMk/>
            <pc:sldMk cId="0" sldId="279"/>
            <ac:spMk id="5" creationId="{00000000-0000-0000-0000-000000000000}"/>
          </ac:spMkLst>
        </pc:spChg>
        <pc:spChg chg="mod">
          <ac:chgData name="Brie Nelson" userId="S::brie_elearningdoc.com#ext#@cisco.onmicrosoft.com::712abed6-64c6-4c4c-80f1-14676a42bb74" providerId="AD" clId="Web-{28396012-C7CC-636E-85C6-A7BD696CA21F}" dt="2022-10-30T19:53:35.253" v="297" actId="20577"/>
          <ac:spMkLst>
            <pc:docMk/>
            <pc:sldMk cId="0" sldId="279"/>
            <ac:spMk id="7" creationId="{4E26D6EB-D23A-8BEA-FC32-BEB5D9E71442}"/>
          </ac:spMkLst>
        </pc:spChg>
      </pc:sldChg>
      <pc:sldChg chg="modSp modCm">
        <pc:chgData name="Brie Nelson" userId="S::brie_elearningdoc.com#ext#@cisco.onmicrosoft.com::712abed6-64c6-4c4c-80f1-14676a42bb74" providerId="AD" clId="Web-{28396012-C7CC-636E-85C6-A7BD696CA21F}" dt="2022-10-30T19:58:06.450" v="335" actId="20577"/>
        <pc:sldMkLst>
          <pc:docMk/>
          <pc:sldMk cId="0" sldId="280"/>
        </pc:sldMkLst>
        <pc:spChg chg="mod">
          <ac:chgData name="Brie Nelson" userId="S::brie_elearningdoc.com#ext#@cisco.onmicrosoft.com::712abed6-64c6-4c4c-80f1-14676a42bb74" providerId="AD" clId="Web-{28396012-C7CC-636E-85C6-A7BD696CA21F}" dt="2022-10-30T19:58:06.450" v="335" actId="20577"/>
          <ac:spMkLst>
            <pc:docMk/>
            <pc:sldMk cId="0" sldId="280"/>
            <ac:spMk id="5" creationId="{00000000-0000-0000-0000-000000000000}"/>
          </ac:spMkLst>
        </pc:spChg>
      </pc:sldChg>
      <pc:sldChg chg="modSp modCm">
        <pc:chgData name="Brie Nelson" userId="S::brie_elearningdoc.com#ext#@cisco.onmicrosoft.com::712abed6-64c6-4c4c-80f1-14676a42bb74" providerId="AD" clId="Web-{28396012-C7CC-636E-85C6-A7BD696CA21F}" dt="2022-10-30T20:02:12.192" v="348" actId="20577"/>
        <pc:sldMkLst>
          <pc:docMk/>
          <pc:sldMk cId="0" sldId="281"/>
        </pc:sldMkLst>
        <pc:spChg chg="mod">
          <ac:chgData name="Brie Nelson" userId="S::brie_elearningdoc.com#ext#@cisco.onmicrosoft.com::712abed6-64c6-4c4c-80f1-14676a42bb74" providerId="AD" clId="Web-{28396012-C7CC-636E-85C6-A7BD696CA21F}" dt="2022-10-30T20:02:12.192" v="348" actId="20577"/>
          <ac:spMkLst>
            <pc:docMk/>
            <pc:sldMk cId="0" sldId="281"/>
            <ac:spMk id="5" creationId="{00000000-0000-0000-0000-000000000000}"/>
          </ac:spMkLst>
        </pc:spChg>
      </pc:sldChg>
      <pc:sldChg chg="modSp modCm">
        <pc:chgData name="Brie Nelson" userId="S::brie_elearningdoc.com#ext#@cisco.onmicrosoft.com::712abed6-64c6-4c4c-80f1-14676a42bb74" providerId="AD" clId="Web-{28396012-C7CC-636E-85C6-A7BD696CA21F}" dt="2022-10-30T20:09:43.801" v="358" actId="20577"/>
        <pc:sldMkLst>
          <pc:docMk/>
          <pc:sldMk cId="0" sldId="284"/>
        </pc:sldMkLst>
        <pc:spChg chg="mod">
          <ac:chgData name="Brie Nelson" userId="S::brie_elearningdoc.com#ext#@cisco.onmicrosoft.com::712abed6-64c6-4c4c-80f1-14676a42bb74" providerId="AD" clId="Web-{28396012-C7CC-636E-85C6-A7BD696CA21F}" dt="2022-10-30T20:09:43.801" v="358" actId="20577"/>
          <ac:spMkLst>
            <pc:docMk/>
            <pc:sldMk cId="0" sldId="284"/>
            <ac:spMk id="5" creationId="{00000000-0000-0000-0000-000000000000}"/>
          </ac:spMkLst>
        </pc:spChg>
      </pc:sldChg>
      <pc:sldChg chg="modSp modCm">
        <pc:chgData name="Brie Nelson" userId="S::brie_elearningdoc.com#ext#@cisco.onmicrosoft.com::712abed6-64c6-4c4c-80f1-14676a42bb74" providerId="AD" clId="Web-{28396012-C7CC-636E-85C6-A7BD696CA21F}" dt="2022-10-30T17:25:53.323" v="11" actId="20577"/>
        <pc:sldMkLst>
          <pc:docMk/>
          <pc:sldMk cId="174566605" sldId="286"/>
        </pc:sldMkLst>
        <pc:spChg chg="mod">
          <ac:chgData name="Brie Nelson" userId="S::brie_elearningdoc.com#ext#@cisco.onmicrosoft.com::712abed6-64c6-4c4c-80f1-14676a42bb74" providerId="AD" clId="Web-{28396012-C7CC-636E-85C6-A7BD696CA21F}" dt="2022-10-30T17:25:53.323" v="11" actId="20577"/>
          <ac:spMkLst>
            <pc:docMk/>
            <pc:sldMk cId="174566605" sldId="286"/>
            <ac:spMk id="4099" creationId="{00000000-0000-0000-0000-000000000000}"/>
          </ac:spMkLst>
        </pc:spChg>
      </pc:sldChg>
      <pc:sldChg chg="modSp modCm">
        <pc:chgData name="Brie Nelson" userId="S::brie_elearningdoc.com#ext#@cisco.onmicrosoft.com::712abed6-64c6-4c4c-80f1-14676a42bb74" providerId="AD" clId="Web-{28396012-C7CC-636E-85C6-A7BD696CA21F}" dt="2022-10-30T18:22:10.227" v="192" actId="20577"/>
        <pc:sldMkLst>
          <pc:docMk/>
          <pc:sldMk cId="3553677726" sldId="289"/>
        </pc:sldMkLst>
        <pc:spChg chg="mod">
          <ac:chgData name="Brie Nelson" userId="S::brie_elearningdoc.com#ext#@cisco.onmicrosoft.com::712abed6-64c6-4c4c-80f1-14676a42bb74" providerId="AD" clId="Web-{28396012-C7CC-636E-85C6-A7BD696CA21F}" dt="2022-10-30T18:22:10.227" v="192" actId="20577"/>
          <ac:spMkLst>
            <pc:docMk/>
            <pc:sldMk cId="3553677726" sldId="289"/>
            <ac:spMk id="4" creationId="{2E0974CF-46E3-1411-6280-5A9C5DBB1FC6}"/>
          </ac:spMkLst>
        </pc:spChg>
      </pc:sldChg>
      <pc:sldChg chg="modCm">
        <pc:chgData name="Brie Nelson" userId="S::brie_elearningdoc.com#ext#@cisco.onmicrosoft.com::712abed6-64c6-4c4c-80f1-14676a42bb74" providerId="AD" clId="Web-{28396012-C7CC-636E-85C6-A7BD696CA21F}" dt="2022-10-30T19:44:36.735" v="269"/>
        <pc:sldMkLst>
          <pc:docMk/>
          <pc:sldMk cId="1125455495" sldId="291"/>
        </pc:sldMkLst>
      </pc:sldChg>
      <pc:sldChg chg="modSp">
        <pc:chgData name="Brie Nelson" userId="S::brie_elearningdoc.com#ext#@cisco.onmicrosoft.com::712abed6-64c6-4c4c-80f1-14676a42bb74" providerId="AD" clId="Web-{28396012-C7CC-636E-85C6-A7BD696CA21F}" dt="2022-10-30T19:56:22.118" v="312" actId="20577"/>
        <pc:sldMkLst>
          <pc:docMk/>
          <pc:sldMk cId="448559255" sldId="296"/>
        </pc:sldMkLst>
        <pc:spChg chg="mod">
          <ac:chgData name="Brie Nelson" userId="S::brie_elearningdoc.com#ext#@cisco.onmicrosoft.com::712abed6-64c6-4c4c-80f1-14676a42bb74" providerId="AD" clId="Web-{28396012-C7CC-636E-85C6-A7BD696CA21F}" dt="2022-10-30T19:56:03.149" v="309" actId="20577"/>
          <ac:spMkLst>
            <pc:docMk/>
            <pc:sldMk cId="448559255" sldId="296"/>
            <ac:spMk id="3" creationId="{5BD2D340-1298-7E88-1CAA-D2BFA865EF72}"/>
          </ac:spMkLst>
        </pc:spChg>
        <pc:spChg chg="mod">
          <ac:chgData name="Brie Nelson" userId="S::brie_elearningdoc.com#ext#@cisco.onmicrosoft.com::712abed6-64c6-4c4c-80f1-14676a42bb74" providerId="AD" clId="Web-{28396012-C7CC-636E-85C6-A7BD696CA21F}" dt="2022-10-30T19:56:22.118" v="312" actId="20577"/>
          <ac:spMkLst>
            <pc:docMk/>
            <pc:sldMk cId="448559255" sldId="296"/>
            <ac:spMk id="7" creationId="{B380352F-85B0-7140-F0AD-9CCA2951022F}"/>
          </ac:spMkLst>
        </pc:spChg>
      </pc:sldChg>
      <pc:sldChg chg="modSp">
        <pc:chgData name="Brie Nelson" userId="S::brie_elearningdoc.com#ext#@cisco.onmicrosoft.com::712abed6-64c6-4c4c-80f1-14676a42bb74" providerId="AD" clId="Web-{28396012-C7CC-636E-85C6-A7BD696CA21F}" dt="2022-10-30T19:59:27.515" v="343" actId="20577"/>
        <pc:sldMkLst>
          <pc:docMk/>
          <pc:sldMk cId="2820964606" sldId="298"/>
        </pc:sldMkLst>
        <pc:spChg chg="mod">
          <ac:chgData name="Brie Nelson" userId="S::brie_elearningdoc.com#ext#@cisco.onmicrosoft.com::712abed6-64c6-4c4c-80f1-14676a42bb74" providerId="AD" clId="Web-{28396012-C7CC-636E-85C6-A7BD696CA21F}" dt="2022-10-30T19:59:27.515" v="343" actId="20577"/>
          <ac:spMkLst>
            <pc:docMk/>
            <pc:sldMk cId="2820964606" sldId="298"/>
            <ac:spMk id="5" creationId="{ECD17765-56C2-8569-67B5-0DCB2B426E74}"/>
          </ac:spMkLst>
        </pc:spChg>
      </pc:sldChg>
      <pc:sldChg chg="modSp">
        <pc:chgData name="Brie Nelson" userId="S::brie_elearningdoc.com#ext#@cisco.onmicrosoft.com::712abed6-64c6-4c4c-80f1-14676a42bb74" providerId="AD" clId="Web-{28396012-C7CC-636E-85C6-A7BD696CA21F}" dt="2022-10-30T20:11:12.710" v="365" actId="20577"/>
        <pc:sldMkLst>
          <pc:docMk/>
          <pc:sldMk cId="125537020" sldId="299"/>
        </pc:sldMkLst>
        <pc:spChg chg="mod">
          <ac:chgData name="Brie Nelson" userId="S::brie_elearningdoc.com#ext#@cisco.onmicrosoft.com::712abed6-64c6-4c4c-80f1-14676a42bb74" providerId="AD" clId="Web-{28396012-C7CC-636E-85C6-A7BD696CA21F}" dt="2022-10-30T20:11:12.710" v="365" actId="20577"/>
          <ac:spMkLst>
            <pc:docMk/>
            <pc:sldMk cId="125537020" sldId="299"/>
            <ac:spMk id="5" creationId="{00000000-0000-0000-0000-000000000000}"/>
          </ac:spMkLst>
        </pc:spChg>
      </pc:sldChg>
      <pc:sldChg chg="modSp">
        <pc:chgData name="Brie Nelson" userId="S::brie_elearningdoc.com#ext#@cisco.onmicrosoft.com::712abed6-64c6-4c4c-80f1-14676a42bb74" providerId="AD" clId="Web-{28396012-C7CC-636E-85C6-A7BD696CA21F}" dt="2022-10-30T17:30:05.500" v="31" actId="20577"/>
        <pc:sldMkLst>
          <pc:docMk/>
          <pc:sldMk cId="2045917142" sldId="304"/>
        </pc:sldMkLst>
        <pc:spChg chg="mod">
          <ac:chgData name="Brie Nelson" userId="S::brie_elearningdoc.com#ext#@cisco.onmicrosoft.com::712abed6-64c6-4c4c-80f1-14676a42bb74" providerId="AD" clId="Web-{28396012-C7CC-636E-85C6-A7BD696CA21F}" dt="2022-10-30T17:30:05.500" v="31" actId="20577"/>
          <ac:spMkLst>
            <pc:docMk/>
            <pc:sldMk cId="2045917142" sldId="304"/>
            <ac:spMk id="4" creationId="{31E8D1AB-6919-3FF9-F586-59A9DEAF6AD3}"/>
          </ac:spMkLst>
        </pc:spChg>
      </pc:sldChg>
      <pc:sldChg chg="modSp">
        <pc:chgData name="Brie Nelson" userId="S::brie_elearningdoc.com#ext#@cisco.onmicrosoft.com::712abed6-64c6-4c4c-80f1-14676a42bb74" providerId="AD" clId="Web-{28396012-C7CC-636E-85C6-A7BD696CA21F}" dt="2022-10-30T17:27:50.097" v="25"/>
        <pc:sldMkLst>
          <pc:docMk/>
          <pc:sldMk cId="3525792998" sldId="306"/>
        </pc:sldMkLst>
        <pc:graphicFrameChg chg="mod modGraphic">
          <ac:chgData name="Brie Nelson" userId="S::brie_elearningdoc.com#ext#@cisco.onmicrosoft.com::712abed6-64c6-4c4c-80f1-14676a42bb74" providerId="AD" clId="Web-{28396012-C7CC-636E-85C6-A7BD696CA21F}" dt="2022-10-30T17:27:50.097" v="25"/>
          <ac:graphicFrameMkLst>
            <pc:docMk/>
            <pc:sldMk cId="3525792998" sldId="306"/>
            <ac:graphicFrameMk id="6" creationId="{CEA739AB-83E7-3356-BA00-BC3B68876B93}"/>
          </ac:graphicFrameMkLst>
        </pc:graphicFrameChg>
      </pc:sldChg>
      <pc:sldChg chg="modSp">
        <pc:chgData name="Brie Nelson" userId="S::brie_elearningdoc.com#ext#@cisco.onmicrosoft.com::712abed6-64c6-4c4c-80f1-14676a42bb74" providerId="AD" clId="Web-{28396012-C7CC-636E-85C6-A7BD696CA21F}" dt="2022-10-30T17:31:07.302" v="34" actId="20577"/>
        <pc:sldMkLst>
          <pc:docMk/>
          <pc:sldMk cId="35399145" sldId="307"/>
        </pc:sldMkLst>
        <pc:spChg chg="mod">
          <ac:chgData name="Brie Nelson" userId="S::brie_elearningdoc.com#ext#@cisco.onmicrosoft.com::712abed6-64c6-4c4c-80f1-14676a42bb74" providerId="AD" clId="Web-{28396012-C7CC-636E-85C6-A7BD696CA21F}" dt="2022-10-30T17:31:07.302" v="34" actId="20577"/>
          <ac:spMkLst>
            <pc:docMk/>
            <pc:sldMk cId="35399145" sldId="307"/>
            <ac:spMk id="3" creationId="{00000000-0000-0000-0000-000000000000}"/>
          </ac:spMkLst>
        </pc:spChg>
      </pc:sldChg>
      <pc:sldChg chg="modSp">
        <pc:chgData name="Brie Nelson" userId="S::brie_elearningdoc.com#ext#@cisco.onmicrosoft.com::712abed6-64c6-4c4c-80f1-14676a42bb74" providerId="AD" clId="Web-{28396012-C7CC-636E-85C6-A7BD696CA21F}" dt="2022-10-30T17:35:52.716" v="128"/>
        <pc:sldMkLst>
          <pc:docMk/>
          <pc:sldMk cId="3088881897" sldId="312"/>
        </pc:sldMkLst>
        <pc:graphicFrameChg chg="mod modGraphic">
          <ac:chgData name="Brie Nelson" userId="S::brie_elearningdoc.com#ext#@cisco.onmicrosoft.com::712abed6-64c6-4c4c-80f1-14676a42bb74" providerId="AD" clId="Web-{28396012-C7CC-636E-85C6-A7BD696CA21F}" dt="2022-10-30T17:35:52.716" v="128"/>
          <ac:graphicFrameMkLst>
            <pc:docMk/>
            <pc:sldMk cId="3088881897" sldId="312"/>
            <ac:graphicFrameMk id="11" creationId="{00000000-0000-0000-0000-000000000000}"/>
          </ac:graphicFrameMkLst>
        </pc:graphicFrameChg>
      </pc:sldChg>
      <pc:sldChg chg="modSp">
        <pc:chgData name="Brie Nelson" userId="S::brie_elearningdoc.com#ext#@cisco.onmicrosoft.com::712abed6-64c6-4c4c-80f1-14676a42bb74" providerId="AD" clId="Web-{28396012-C7CC-636E-85C6-A7BD696CA21F}" dt="2022-10-30T18:04:12.407" v="180"/>
        <pc:sldMkLst>
          <pc:docMk/>
          <pc:sldMk cId="3357633582" sldId="313"/>
        </pc:sldMkLst>
        <pc:graphicFrameChg chg="mod modGraphic">
          <ac:chgData name="Brie Nelson" userId="S::brie_elearningdoc.com#ext#@cisco.onmicrosoft.com::712abed6-64c6-4c4c-80f1-14676a42bb74" providerId="AD" clId="Web-{28396012-C7CC-636E-85C6-A7BD696CA21F}" dt="2022-10-30T18:04:12.407" v="180"/>
          <ac:graphicFrameMkLst>
            <pc:docMk/>
            <pc:sldMk cId="3357633582" sldId="313"/>
            <ac:graphicFrameMk id="11" creationId="{00000000-0000-0000-0000-000000000000}"/>
          </ac:graphicFrameMkLst>
        </pc:graphicFrameChg>
      </pc:sldChg>
      <pc:sldChg chg="modSp modCm">
        <pc:chgData name="Brie Nelson" userId="S::brie_elearningdoc.com#ext#@cisco.onmicrosoft.com::712abed6-64c6-4c4c-80f1-14676a42bb74" providerId="AD" clId="Web-{28396012-C7CC-636E-85C6-A7BD696CA21F}" dt="2022-10-30T20:04:34.588" v="353" actId="20577"/>
        <pc:sldMkLst>
          <pc:docMk/>
          <pc:sldMk cId="924284410" sldId="314"/>
        </pc:sldMkLst>
        <pc:spChg chg="mod">
          <ac:chgData name="Brie Nelson" userId="S::brie_elearningdoc.com#ext#@cisco.onmicrosoft.com::712abed6-64c6-4c4c-80f1-14676a42bb74" providerId="AD" clId="Web-{28396012-C7CC-636E-85C6-A7BD696CA21F}" dt="2022-10-30T20:04:34.588" v="353" actId="20577"/>
          <ac:spMkLst>
            <pc:docMk/>
            <pc:sldMk cId="924284410" sldId="314"/>
            <ac:spMk id="5" creationId="{00000000-0000-0000-0000-000000000000}"/>
          </ac:spMkLst>
        </pc:spChg>
      </pc:sldChg>
    </pc:docChg>
  </pc:docChgLst>
  <pc:docChgLst>
    <pc:chgData name="Cláudia Naumann" userId="S::naumann_nce.ufrj.br#ext#@cisco.onmicrosoft.com::2c14c15b-0266-4182-83e5-84c7c06e2959" providerId="AD" clId="Web-{D73D514C-E209-AE4F-4569-39D850C37E1E}"/>
    <pc:docChg chg="addSld delSld modSld">
      <pc:chgData name="Cláudia Naumann" userId="S::naumann_nce.ufrj.br#ext#@cisco.onmicrosoft.com::2c14c15b-0266-4182-83e5-84c7c06e2959" providerId="AD" clId="Web-{D73D514C-E209-AE4F-4569-39D850C37E1E}" dt="2022-10-21T00:11:18.313" v="1376"/>
      <pc:docMkLst>
        <pc:docMk/>
      </pc:docMkLst>
      <pc:sldChg chg="modSp">
        <pc:chgData name="Cláudia Naumann" userId="S::naumann_nce.ufrj.br#ext#@cisco.onmicrosoft.com::2c14c15b-0266-4182-83e5-84c7c06e2959" providerId="AD" clId="Web-{D73D514C-E209-AE4F-4569-39D850C37E1E}" dt="2022-10-20T17:51:10.989" v="1139" actId="1076"/>
        <pc:sldMkLst>
          <pc:docMk/>
          <pc:sldMk cId="0" sldId="264"/>
        </pc:sldMkLst>
        <pc:spChg chg="mod">
          <ac:chgData name="Cláudia Naumann" userId="S::naumann_nce.ufrj.br#ext#@cisco.onmicrosoft.com::2c14c15b-0266-4182-83e5-84c7c06e2959" providerId="AD" clId="Web-{D73D514C-E209-AE4F-4569-39D850C37E1E}" dt="2022-10-20T17:51:10.989" v="1139" actId="1076"/>
          <ac:spMkLst>
            <pc:docMk/>
            <pc:sldMk cId="0" sldId="264"/>
            <ac:spMk id="3" creationId="{00000000-0000-0000-0000-000000000000}"/>
          </ac:spMkLst>
        </pc:spChg>
      </pc:sldChg>
      <pc:sldChg chg="modSp del">
        <pc:chgData name="Cláudia Naumann" userId="S::naumann_nce.ufrj.br#ext#@cisco.onmicrosoft.com::2c14c15b-0266-4182-83e5-84c7c06e2959" providerId="AD" clId="Web-{D73D514C-E209-AE4F-4569-39D850C37E1E}" dt="2022-10-20T17:49:56.409" v="1129"/>
        <pc:sldMkLst>
          <pc:docMk/>
          <pc:sldMk cId="0" sldId="265"/>
        </pc:sldMkLst>
        <pc:graphicFrameChg chg="mod modGraphic">
          <ac:chgData name="Cláudia Naumann" userId="S::naumann_nce.ufrj.br#ext#@cisco.onmicrosoft.com::2c14c15b-0266-4182-83e5-84c7c06e2959" providerId="AD" clId="Web-{D73D514C-E209-AE4F-4569-39D850C37E1E}" dt="2022-10-20T17:46:22.795" v="978"/>
          <ac:graphicFrameMkLst>
            <pc:docMk/>
            <pc:sldMk cId="0" sldId="265"/>
            <ac:graphicFrameMk id="11" creationId="{00000000-0000-0000-0000-000000000000}"/>
          </ac:graphicFrameMkLst>
        </pc:graphicFrameChg>
      </pc:sldChg>
      <pc:sldChg chg="addCm">
        <pc:chgData name="Cláudia Naumann" userId="S::naumann_nce.ufrj.br#ext#@cisco.onmicrosoft.com::2c14c15b-0266-4182-83e5-84c7c06e2959" providerId="AD" clId="Web-{D73D514C-E209-AE4F-4569-39D850C37E1E}" dt="2022-10-20T17:59:22.813" v="1171"/>
        <pc:sldMkLst>
          <pc:docMk/>
          <pc:sldMk cId="0" sldId="266"/>
        </pc:sldMkLst>
      </pc:sldChg>
      <pc:sldChg chg="modSp">
        <pc:chgData name="Cláudia Naumann" userId="S::naumann_nce.ufrj.br#ext#@cisco.onmicrosoft.com::2c14c15b-0266-4182-83e5-84c7c06e2959" providerId="AD" clId="Web-{D73D514C-E209-AE4F-4569-39D850C37E1E}" dt="2022-10-20T18:02:10.989" v="1262" actId="1076"/>
        <pc:sldMkLst>
          <pc:docMk/>
          <pc:sldMk cId="0" sldId="267"/>
        </pc:sldMkLst>
        <pc:spChg chg="mod">
          <ac:chgData name="Cláudia Naumann" userId="S::naumann_nce.ufrj.br#ext#@cisco.onmicrosoft.com::2c14c15b-0266-4182-83e5-84c7c06e2959" providerId="AD" clId="Web-{D73D514C-E209-AE4F-4569-39D850C37E1E}" dt="2022-10-20T18:01:01.268" v="1178" actId="14100"/>
          <ac:spMkLst>
            <pc:docMk/>
            <pc:sldMk cId="0" sldId="267"/>
            <ac:spMk id="3" creationId="{00000000-0000-0000-0000-000000000000}"/>
          </ac:spMkLst>
        </pc:spChg>
        <pc:graphicFrameChg chg="mod modGraphic">
          <ac:chgData name="Cláudia Naumann" userId="S::naumann_nce.ufrj.br#ext#@cisco.onmicrosoft.com::2c14c15b-0266-4182-83e5-84c7c06e2959" providerId="AD" clId="Web-{D73D514C-E209-AE4F-4569-39D850C37E1E}" dt="2022-10-20T18:02:10.989" v="1262" actId="1076"/>
          <ac:graphicFrameMkLst>
            <pc:docMk/>
            <pc:sldMk cId="0" sldId="267"/>
            <ac:graphicFrameMk id="13" creationId="{00000000-0000-0000-0000-000000000000}"/>
          </ac:graphicFrameMkLst>
        </pc:graphicFrameChg>
      </pc:sldChg>
      <pc:sldChg chg="addCm">
        <pc:chgData name="Cláudia Naumann" userId="S::naumann_nce.ufrj.br#ext#@cisco.onmicrosoft.com::2c14c15b-0266-4182-83e5-84c7c06e2959" providerId="AD" clId="Web-{D73D514C-E209-AE4F-4569-39D850C37E1E}" dt="2022-10-20T18:04:13.992" v="1263"/>
        <pc:sldMkLst>
          <pc:docMk/>
          <pc:sldMk cId="0" sldId="268"/>
        </pc:sldMkLst>
      </pc:sldChg>
      <pc:sldChg chg="modSp">
        <pc:chgData name="Cláudia Naumann" userId="S::naumann_nce.ufrj.br#ext#@cisco.onmicrosoft.com::2c14c15b-0266-4182-83e5-84c7c06e2959" providerId="AD" clId="Web-{D73D514C-E209-AE4F-4569-39D850C37E1E}" dt="2022-10-20T18:07:26.309" v="1335"/>
        <pc:sldMkLst>
          <pc:docMk/>
          <pc:sldMk cId="0" sldId="270"/>
        </pc:sldMkLst>
        <pc:graphicFrameChg chg="mod modGraphic">
          <ac:chgData name="Cláudia Naumann" userId="S::naumann_nce.ufrj.br#ext#@cisco.onmicrosoft.com::2c14c15b-0266-4182-83e5-84c7c06e2959" providerId="AD" clId="Web-{D73D514C-E209-AE4F-4569-39D850C37E1E}" dt="2022-10-20T18:07:26.309" v="1335"/>
          <ac:graphicFrameMkLst>
            <pc:docMk/>
            <pc:sldMk cId="0" sldId="270"/>
            <ac:graphicFrameMk id="16" creationId="{00000000-0000-0000-0000-000000000000}"/>
          </ac:graphicFrameMkLst>
        </pc:graphicFrameChg>
      </pc:sldChg>
      <pc:sldChg chg="modSp addCm">
        <pc:chgData name="Cláudia Naumann" userId="S::naumann_nce.ufrj.br#ext#@cisco.onmicrosoft.com::2c14c15b-0266-4182-83e5-84c7c06e2959" providerId="AD" clId="Web-{D73D514C-E209-AE4F-4569-39D850C37E1E}" dt="2022-10-20T18:18:09.214" v="1345"/>
        <pc:sldMkLst>
          <pc:docMk/>
          <pc:sldMk cId="0" sldId="271"/>
        </pc:sldMkLst>
        <pc:graphicFrameChg chg="mod modGraphic">
          <ac:chgData name="Cláudia Naumann" userId="S::naumann_nce.ufrj.br#ext#@cisco.onmicrosoft.com::2c14c15b-0266-4182-83e5-84c7c06e2959" providerId="AD" clId="Web-{D73D514C-E209-AE4F-4569-39D850C37E1E}" dt="2022-10-20T18:18:09.214" v="1345"/>
          <ac:graphicFrameMkLst>
            <pc:docMk/>
            <pc:sldMk cId="0" sldId="271"/>
            <ac:graphicFrameMk id="17" creationId="{00000000-0000-0000-0000-000000000000}"/>
          </ac:graphicFrameMkLst>
        </pc:graphicFrameChg>
      </pc:sldChg>
      <pc:sldChg chg="addCm">
        <pc:chgData name="Cláudia Naumann" userId="S::naumann_nce.ufrj.br#ext#@cisco.onmicrosoft.com::2c14c15b-0266-4182-83e5-84c7c06e2959" providerId="AD" clId="Web-{D73D514C-E209-AE4F-4569-39D850C37E1E}" dt="2022-10-20T18:21:17.938" v="1346"/>
        <pc:sldMkLst>
          <pc:docMk/>
          <pc:sldMk cId="0" sldId="272"/>
        </pc:sldMkLst>
      </pc:sldChg>
      <pc:sldChg chg="addCm">
        <pc:chgData name="Cláudia Naumann" userId="S::naumann_nce.ufrj.br#ext#@cisco.onmicrosoft.com::2c14c15b-0266-4182-83e5-84c7c06e2959" providerId="AD" clId="Web-{D73D514C-E209-AE4F-4569-39D850C37E1E}" dt="2022-10-20T18:23:10.565" v="1347"/>
        <pc:sldMkLst>
          <pc:docMk/>
          <pc:sldMk cId="0" sldId="273"/>
        </pc:sldMkLst>
      </pc:sldChg>
      <pc:sldChg chg="addCm">
        <pc:chgData name="Cláudia Naumann" userId="S::naumann_nce.ufrj.br#ext#@cisco.onmicrosoft.com::2c14c15b-0266-4182-83e5-84c7c06e2959" providerId="AD" clId="Web-{D73D514C-E209-AE4F-4569-39D850C37E1E}" dt="2022-10-20T18:29:18.168" v="1348"/>
        <pc:sldMkLst>
          <pc:docMk/>
          <pc:sldMk cId="0" sldId="274"/>
        </pc:sldMkLst>
      </pc:sldChg>
      <pc:sldChg chg="addCm">
        <pc:chgData name="Cláudia Naumann" userId="S::naumann_nce.ufrj.br#ext#@cisco.onmicrosoft.com::2c14c15b-0266-4182-83e5-84c7c06e2959" providerId="AD" clId="Web-{D73D514C-E209-AE4F-4569-39D850C37E1E}" dt="2022-10-20T18:39:49.432" v="1351"/>
        <pc:sldMkLst>
          <pc:docMk/>
          <pc:sldMk cId="0" sldId="275"/>
        </pc:sldMkLst>
      </pc:sldChg>
      <pc:sldChg chg="addCm">
        <pc:chgData name="Cláudia Naumann" userId="S::naumann_nce.ufrj.br#ext#@cisco.onmicrosoft.com::2c14c15b-0266-4182-83e5-84c7c06e2959" providerId="AD" clId="Web-{D73D514C-E209-AE4F-4569-39D850C37E1E}" dt="2022-10-20T23:19:05.070" v="1352"/>
        <pc:sldMkLst>
          <pc:docMk/>
          <pc:sldMk cId="0" sldId="277"/>
        </pc:sldMkLst>
      </pc:sldChg>
      <pc:sldChg chg="addCm">
        <pc:chgData name="Cláudia Naumann" userId="S::naumann_nce.ufrj.br#ext#@cisco.onmicrosoft.com::2c14c15b-0266-4182-83e5-84c7c06e2959" providerId="AD" clId="Web-{D73D514C-E209-AE4F-4569-39D850C37E1E}" dt="2022-10-20T23:27:33.818" v="1353"/>
        <pc:sldMkLst>
          <pc:docMk/>
          <pc:sldMk cId="0" sldId="278"/>
        </pc:sldMkLst>
      </pc:sldChg>
      <pc:sldChg chg="addCm">
        <pc:chgData name="Cláudia Naumann" userId="S::naumann_nce.ufrj.br#ext#@cisco.onmicrosoft.com::2c14c15b-0266-4182-83e5-84c7c06e2959" providerId="AD" clId="Web-{D73D514C-E209-AE4F-4569-39D850C37E1E}" dt="2022-10-20T23:45:17.958" v="1363"/>
        <pc:sldMkLst>
          <pc:docMk/>
          <pc:sldMk cId="0" sldId="279"/>
        </pc:sldMkLst>
      </pc:sldChg>
      <pc:sldChg chg="add del addCm">
        <pc:chgData name="Cláudia Naumann" userId="S::naumann_nce.ufrj.br#ext#@cisco.onmicrosoft.com::2c14c15b-0266-4182-83e5-84c7c06e2959" providerId="AD" clId="Web-{D73D514C-E209-AE4F-4569-39D850C37E1E}" dt="2022-10-20T23:51:21.811" v="1368"/>
        <pc:sldMkLst>
          <pc:docMk/>
          <pc:sldMk cId="0" sldId="280"/>
        </pc:sldMkLst>
      </pc:sldChg>
      <pc:sldChg chg="addCm">
        <pc:chgData name="Cláudia Naumann" userId="S::naumann_nce.ufrj.br#ext#@cisco.onmicrosoft.com::2c14c15b-0266-4182-83e5-84c7c06e2959" providerId="AD" clId="Web-{D73D514C-E209-AE4F-4569-39D850C37E1E}" dt="2022-10-20T23:55:33.537" v="1370"/>
        <pc:sldMkLst>
          <pc:docMk/>
          <pc:sldMk cId="0" sldId="281"/>
        </pc:sldMkLst>
      </pc:sldChg>
      <pc:sldChg chg="addCm">
        <pc:chgData name="Cláudia Naumann" userId="S::naumann_nce.ufrj.br#ext#@cisco.onmicrosoft.com::2c14c15b-0266-4182-83e5-84c7c06e2959" providerId="AD" clId="Web-{D73D514C-E209-AE4F-4569-39D850C37E1E}" dt="2022-10-20T23:56:32.664" v="1371"/>
        <pc:sldMkLst>
          <pc:docMk/>
          <pc:sldMk cId="0" sldId="282"/>
        </pc:sldMkLst>
      </pc:sldChg>
      <pc:sldChg chg="addCm">
        <pc:chgData name="Cláudia Naumann" userId="S::naumann_nce.ufrj.br#ext#@cisco.onmicrosoft.com::2c14c15b-0266-4182-83e5-84c7c06e2959" providerId="AD" clId="Web-{D73D514C-E209-AE4F-4569-39D850C37E1E}" dt="2022-10-21T00:02:17.736" v="1373"/>
        <pc:sldMkLst>
          <pc:docMk/>
          <pc:sldMk cId="0" sldId="284"/>
        </pc:sldMkLst>
      </pc:sldChg>
      <pc:sldChg chg="addCm">
        <pc:chgData name="Cláudia Naumann" userId="S::naumann_nce.ufrj.br#ext#@cisco.onmicrosoft.com::2c14c15b-0266-4182-83e5-84c7c06e2959" providerId="AD" clId="Web-{D73D514C-E209-AE4F-4569-39D850C37E1E}" dt="2022-10-21T00:04:10.567" v="1374"/>
        <pc:sldMkLst>
          <pc:docMk/>
          <pc:sldMk cId="0" sldId="285"/>
        </pc:sldMkLst>
      </pc:sldChg>
      <pc:sldChg chg="modSp">
        <pc:chgData name="Cláudia Naumann" userId="S::naumann_nce.ufrj.br#ext#@cisco.onmicrosoft.com::2c14c15b-0266-4182-83e5-84c7c06e2959" providerId="AD" clId="Web-{D73D514C-E209-AE4F-4569-39D850C37E1E}" dt="2022-10-20T17:07:43.053" v="2" actId="20577"/>
        <pc:sldMkLst>
          <pc:docMk/>
          <pc:sldMk cId="174566605" sldId="286"/>
        </pc:sldMkLst>
        <pc:spChg chg="mod">
          <ac:chgData name="Cláudia Naumann" userId="S::naumann_nce.ufrj.br#ext#@cisco.onmicrosoft.com::2c14c15b-0266-4182-83e5-84c7c06e2959" providerId="AD" clId="Web-{D73D514C-E209-AE4F-4569-39D850C37E1E}" dt="2022-10-20T17:07:43.053" v="2" actId="20577"/>
          <ac:spMkLst>
            <pc:docMk/>
            <pc:sldMk cId="174566605" sldId="286"/>
            <ac:spMk id="4099" creationId="{00000000-0000-0000-0000-000000000000}"/>
          </ac:spMkLst>
        </pc:spChg>
      </pc:sldChg>
      <pc:sldChg chg="del">
        <pc:chgData name="Cláudia Naumann" userId="S::naumann_nce.ufrj.br#ext#@cisco.onmicrosoft.com::2c14c15b-0266-4182-83e5-84c7c06e2959" providerId="AD" clId="Web-{D73D514C-E209-AE4F-4569-39D850C37E1E}" dt="2022-10-20T17:10:29.682" v="9"/>
        <pc:sldMkLst>
          <pc:docMk/>
          <pc:sldMk cId="1035911048" sldId="287"/>
        </pc:sldMkLst>
      </pc:sldChg>
      <pc:sldChg chg="add del addCm">
        <pc:chgData name="Cláudia Naumann" userId="S::naumann_nce.ufrj.br#ext#@cisco.onmicrosoft.com::2c14c15b-0266-4182-83e5-84c7c06e2959" providerId="AD" clId="Web-{D73D514C-E209-AE4F-4569-39D850C37E1E}" dt="2022-10-20T18:13:06.520" v="1339"/>
        <pc:sldMkLst>
          <pc:docMk/>
          <pc:sldMk cId="3553677726" sldId="289"/>
        </pc:sldMkLst>
      </pc:sldChg>
      <pc:sldChg chg="addCm">
        <pc:chgData name="Cláudia Naumann" userId="S::naumann_nce.ufrj.br#ext#@cisco.onmicrosoft.com::2c14c15b-0266-4182-83e5-84c7c06e2959" providerId="AD" clId="Web-{D73D514C-E209-AE4F-4569-39D850C37E1E}" dt="2022-10-20T18:39:24.385" v="1350"/>
        <pc:sldMkLst>
          <pc:docMk/>
          <pc:sldMk cId="1125455495" sldId="291"/>
        </pc:sldMkLst>
      </pc:sldChg>
      <pc:sldChg chg="addCm">
        <pc:chgData name="Cláudia Naumann" userId="S::naumann_nce.ufrj.br#ext#@cisco.onmicrosoft.com::2c14c15b-0266-4182-83e5-84c7c06e2959" providerId="AD" clId="Web-{D73D514C-E209-AE4F-4569-39D850C37E1E}" dt="2022-10-20T23:31:02.294" v="1354"/>
        <pc:sldMkLst>
          <pc:docMk/>
          <pc:sldMk cId="3129103443" sldId="293"/>
        </pc:sldMkLst>
      </pc:sldChg>
      <pc:sldChg chg="addCm">
        <pc:chgData name="Cláudia Naumann" userId="S::naumann_nce.ufrj.br#ext#@cisco.onmicrosoft.com::2c14c15b-0266-4182-83e5-84c7c06e2959" providerId="AD" clId="Web-{D73D514C-E209-AE4F-4569-39D850C37E1E}" dt="2022-10-20T23:40:10.731" v="1355"/>
        <pc:sldMkLst>
          <pc:docMk/>
          <pc:sldMk cId="1320194026" sldId="295"/>
        </pc:sldMkLst>
      </pc:sldChg>
      <pc:sldChg chg="add del addCm">
        <pc:chgData name="Cláudia Naumann" userId="S::naumann_nce.ufrj.br#ext#@cisco.onmicrosoft.com::2c14c15b-0266-4182-83e5-84c7c06e2959" providerId="AD" clId="Web-{D73D514C-E209-AE4F-4569-39D850C37E1E}" dt="2022-10-20T23:45:36.677" v="1364"/>
        <pc:sldMkLst>
          <pc:docMk/>
          <pc:sldMk cId="448559255" sldId="296"/>
        </pc:sldMkLst>
      </pc:sldChg>
      <pc:sldChg chg="addCm">
        <pc:chgData name="Cláudia Naumann" userId="S::naumann_nce.ufrj.br#ext#@cisco.onmicrosoft.com::2c14c15b-0266-4182-83e5-84c7c06e2959" providerId="AD" clId="Web-{D73D514C-E209-AE4F-4569-39D850C37E1E}" dt="2022-10-20T23:46:27.803" v="1365"/>
        <pc:sldMkLst>
          <pc:docMk/>
          <pc:sldMk cId="983381146" sldId="297"/>
        </pc:sldMkLst>
      </pc:sldChg>
      <pc:sldChg chg="addCm">
        <pc:chgData name="Cláudia Naumann" userId="S::naumann_nce.ufrj.br#ext#@cisco.onmicrosoft.com::2c14c15b-0266-4182-83e5-84c7c06e2959" providerId="AD" clId="Web-{D73D514C-E209-AE4F-4569-39D850C37E1E}" dt="2022-10-20T23:53:57.472" v="1369"/>
        <pc:sldMkLst>
          <pc:docMk/>
          <pc:sldMk cId="2820964606" sldId="298"/>
        </pc:sldMkLst>
      </pc:sldChg>
      <pc:sldChg chg="addCm">
        <pc:chgData name="Cláudia Naumann" userId="S::naumann_nce.ufrj.br#ext#@cisco.onmicrosoft.com::2c14c15b-0266-4182-83e5-84c7c06e2959" providerId="AD" clId="Web-{D73D514C-E209-AE4F-4569-39D850C37E1E}" dt="2022-10-21T00:11:18.313" v="1376"/>
        <pc:sldMkLst>
          <pc:docMk/>
          <pc:sldMk cId="1223873037" sldId="300"/>
        </pc:sldMkLst>
      </pc:sldChg>
      <pc:sldChg chg="addCm">
        <pc:chgData name="Cláudia Naumann" userId="S::naumann_nce.ufrj.br#ext#@cisco.onmicrosoft.com::2c14c15b-0266-4182-83e5-84c7c06e2959" providerId="AD" clId="Web-{D73D514C-E209-AE4F-4569-39D850C37E1E}" dt="2022-10-21T00:04:26.974" v="1375"/>
        <pc:sldMkLst>
          <pc:docMk/>
          <pc:sldMk cId="3476048694" sldId="301"/>
        </pc:sldMkLst>
      </pc:sldChg>
      <pc:sldChg chg="del">
        <pc:chgData name="Cláudia Naumann" userId="S::naumann_nce.ufrj.br#ext#@cisco.onmicrosoft.com::2c14c15b-0266-4182-83e5-84c7c06e2959" providerId="AD" clId="Web-{D73D514C-E209-AE4F-4569-39D850C37E1E}" dt="2022-10-20T17:23:30.231" v="120"/>
        <pc:sldMkLst>
          <pc:docMk/>
          <pc:sldMk cId="3425528410" sldId="302"/>
        </pc:sldMkLst>
      </pc:sldChg>
      <pc:sldChg chg="add">
        <pc:chgData name="Cláudia Naumann" userId="S::naumann_nce.ufrj.br#ext#@cisco.onmicrosoft.com::2c14c15b-0266-4182-83e5-84c7c06e2959" providerId="AD" clId="Web-{D73D514C-E209-AE4F-4569-39D850C37E1E}" dt="2022-10-20T17:08:39.726" v="3"/>
        <pc:sldMkLst>
          <pc:docMk/>
          <pc:sldMk cId="2045917142" sldId="304"/>
        </pc:sldMkLst>
      </pc:sldChg>
      <pc:sldChg chg="add">
        <pc:chgData name="Cláudia Naumann" userId="S::naumann_nce.ufrj.br#ext#@cisco.onmicrosoft.com::2c14c15b-0266-4182-83e5-84c7c06e2959" providerId="AD" clId="Web-{D73D514C-E209-AE4F-4569-39D850C37E1E}" dt="2022-10-20T17:08:39.788" v="4"/>
        <pc:sldMkLst>
          <pc:docMk/>
          <pc:sldMk cId="3875089692" sldId="305"/>
        </pc:sldMkLst>
      </pc:sldChg>
      <pc:sldChg chg="add">
        <pc:chgData name="Cláudia Naumann" userId="S::naumann_nce.ufrj.br#ext#@cisco.onmicrosoft.com::2c14c15b-0266-4182-83e5-84c7c06e2959" providerId="AD" clId="Web-{D73D514C-E209-AE4F-4569-39D850C37E1E}" dt="2022-10-20T17:08:39.867" v="5"/>
        <pc:sldMkLst>
          <pc:docMk/>
          <pc:sldMk cId="3525792998" sldId="306"/>
        </pc:sldMkLst>
      </pc:sldChg>
      <pc:sldChg chg="modSp add">
        <pc:chgData name="Cláudia Naumann" userId="S::naumann_nce.ufrj.br#ext#@cisco.onmicrosoft.com::2c14c15b-0266-4182-83e5-84c7c06e2959" providerId="AD" clId="Web-{D73D514C-E209-AE4F-4569-39D850C37E1E}" dt="2022-10-20T17:22:36.355" v="119" actId="20577"/>
        <pc:sldMkLst>
          <pc:docMk/>
          <pc:sldMk cId="35399145" sldId="307"/>
        </pc:sldMkLst>
        <pc:spChg chg="mod">
          <ac:chgData name="Cláudia Naumann" userId="S::naumann_nce.ufrj.br#ext#@cisco.onmicrosoft.com::2c14c15b-0266-4182-83e5-84c7c06e2959" providerId="AD" clId="Web-{D73D514C-E209-AE4F-4569-39D850C37E1E}" dt="2022-10-20T17:22:36.355" v="119" actId="20577"/>
          <ac:spMkLst>
            <pc:docMk/>
            <pc:sldMk cId="35399145" sldId="307"/>
            <ac:spMk id="3" creationId="{00000000-0000-0000-0000-000000000000}"/>
          </ac:spMkLst>
        </pc:spChg>
      </pc:sldChg>
      <pc:sldChg chg="add del">
        <pc:chgData name="Cláudia Naumann" userId="S::naumann_nce.ufrj.br#ext#@cisco.onmicrosoft.com::2c14c15b-0266-4182-83e5-84c7c06e2959" providerId="AD" clId="Web-{D73D514C-E209-AE4F-4569-39D850C37E1E}" dt="2022-10-20T17:19:19.428" v="103"/>
        <pc:sldMkLst>
          <pc:docMk/>
          <pc:sldMk cId="62999521" sldId="308"/>
        </pc:sldMkLst>
      </pc:sldChg>
      <pc:sldChg chg="modSp add">
        <pc:chgData name="Cláudia Naumann" userId="S::naumann_nce.ufrj.br#ext#@cisco.onmicrosoft.com::2c14c15b-0266-4182-83e5-84c7c06e2959" providerId="AD" clId="Web-{D73D514C-E209-AE4F-4569-39D850C37E1E}" dt="2022-10-20T17:19:11.491" v="102" actId="1076"/>
        <pc:sldMkLst>
          <pc:docMk/>
          <pc:sldMk cId="353754347" sldId="309"/>
        </pc:sldMkLst>
        <pc:graphicFrameChg chg="mod modGraphic">
          <ac:chgData name="Cláudia Naumann" userId="S::naumann_nce.ufrj.br#ext#@cisco.onmicrosoft.com::2c14c15b-0266-4182-83e5-84c7c06e2959" providerId="AD" clId="Web-{D73D514C-E209-AE4F-4569-39D850C37E1E}" dt="2022-10-20T17:19:11.491" v="102" actId="1076"/>
          <ac:graphicFrameMkLst>
            <pc:docMk/>
            <pc:sldMk cId="353754347" sldId="309"/>
            <ac:graphicFrameMk id="4" creationId="{40064EF4-EE2B-342C-EA9E-699582F380FF}"/>
          </ac:graphicFrameMkLst>
        </pc:graphicFrameChg>
      </pc:sldChg>
      <pc:sldChg chg="modSp add del">
        <pc:chgData name="Cláudia Naumann" userId="S::naumann_nce.ufrj.br#ext#@cisco.onmicrosoft.com::2c14c15b-0266-4182-83e5-84c7c06e2959" providerId="AD" clId="Web-{D73D514C-E209-AE4F-4569-39D850C37E1E}" dt="2022-10-20T17:31:57.712" v="258"/>
        <pc:sldMkLst>
          <pc:docMk/>
          <pc:sldMk cId="2461973811" sldId="310"/>
        </pc:sldMkLst>
        <pc:spChg chg="mod">
          <ac:chgData name="Cláudia Naumann" userId="S::naumann_nce.ufrj.br#ext#@cisco.onmicrosoft.com::2c14c15b-0266-4182-83e5-84c7c06e2959" providerId="AD" clId="Web-{D73D514C-E209-AE4F-4569-39D850C37E1E}" dt="2022-10-20T17:27:37.393" v="134" actId="14100"/>
          <ac:spMkLst>
            <pc:docMk/>
            <pc:sldMk cId="2461973811" sldId="310"/>
            <ac:spMk id="3" creationId="{2A8009B3-3AA6-1D50-F1DB-9451A50D33DA}"/>
          </ac:spMkLst>
        </pc:spChg>
      </pc:sldChg>
      <pc:sldChg chg="modSp add del">
        <pc:chgData name="Cláudia Naumann" userId="S::naumann_nce.ufrj.br#ext#@cisco.onmicrosoft.com::2c14c15b-0266-4182-83e5-84c7c06e2959" providerId="AD" clId="Web-{D73D514C-E209-AE4F-4569-39D850C37E1E}" dt="2022-10-20T17:25:14.281" v="127"/>
        <pc:sldMkLst>
          <pc:docMk/>
          <pc:sldMk cId="2486525123" sldId="310"/>
        </pc:sldMkLst>
        <pc:spChg chg="mod">
          <ac:chgData name="Cláudia Naumann" userId="S::naumann_nce.ufrj.br#ext#@cisco.onmicrosoft.com::2c14c15b-0266-4182-83e5-84c7c06e2959" providerId="AD" clId="Web-{D73D514C-E209-AE4F-4569-39D850C37E1E}" dt="2022-10-20T17:23:52.435" v="126" actId="14100"/>
          <ac:spMkLst>
            <pc:docMk/>
            <pc:sldMk cId="2486525123" sldId="310"/>
            <ac:spMk id="5" creationId="{ADDDF0DE-51E3-2644-D791-3931E9314CC1}"/>
          </ac:spMkLst>
        </pc:spChg>
      </pc:sldChg>
      <pc:sldChg chg="add del">
        <pc:chgData name="Cláudia Naumann" userId="S::naumann_nce.ufrj.br#ext#@cisco.onmicrosoft.com::2c14c15b-0266-4182-83e5-84c7c06e2959" providerId="AD" clId="Web-{D73D514C-E209-AE4F-4569-39D850C37E1E}" dt="2022-10-20T17:25:39.484" v="129"/>
        <pc:sldMkLst>
          <pc:docMk/>
          <pc:sldMk cId="3956987230" sldId="310"/>
        </pc:sldMkLst>
      </pc:sldChg>
      <pc:sldChg chg="addSp delSp modSp add">
        <pc:chgData name="Cláudia Naumann" userId="S::naumann_nce.ufrj.br#ext#@cisco.onmicrosoft.com::2c14c15b-0266-4182-83e5-84c7c06e2959" providerId="AD" clId="Web-{D73D514C-E209-AE4F-4569-39D850C37E1E}" dt="2022-10-20T17:32:13.634" v="259"/>
        <pc:sldMkLst>
          <pc:docMk/>
          <pc:sldMk cId="1617272047" sldId="311"/>
        </pc:sldMkLst>
        <pc:spChg chg="mod">
          <ac:chgData name="Cláudia Naumann" userId="S::naumann_nce.ufrj.br#ext#@cisco.onmicrosoft.com::2c14c15b-0266-4182-83e5-84c7c06e2959" providerId="AD" clId="Web-{D73D514C-E209-AE4F-4569-39D850C37E1E}" dt="2022-10-20T17:31:39.446" v="256" actId="20577"/>
          <ac:spMkLst>
            <pc:docMk/>
            <pc:sldMk cId="1617272047" sldId="311"/>
            <ac:spMk id="5" creationId="{7188AF34-F17D-65FE-91B6-733B90851DC8}"/>
          </ac:spMkLst>
        </pc:spChg>
        <pc:graphicFrameChg chg="add del mod modGraphic">
          <ac:chgData name="Cláudia Naumann" userId="S::naumann_nce.ufrj.br#ext#@cisco.onmicrosoft.com::2c14c15b-0266-4182-83e5-84c7c06e2959" providerId="AD" clId="Web-{D73D514C-E209-AE4F-4569-39D850C37E1E}" dt="2022-10-20T17:32:13.634" v="259"/>
          <ac:graphicFrameMkLst>
            <pc:docMk/>
            <pc:sldMk cId="1617272047" sldId="311"/>
            <ac:graphicFrameMk id="4" creationId="{40064EF4-EE2B-342C-EA9E-699582F380FF}"/>
          </ac:graphicFrameMkLst>
        </pc:graphicFrameChg>
      </pc:sldChg>
      <pc:sldChg chg="add del">
        <pc:chgData name="Cláudia Naumann" userId="S::naumann_nce.ufrj.br#ext#@cisco.onmicrosoft.com::2c14c15b-0266-4182-83e5-84c7c06e2959" providerId="AD" clId="Web-{D73D514C-E209-AE4F-4569-39D850C37E1E}" dt="2022-10-20T17:29:00.270" v="140"/>
        <pc:sldMkLst>
          <pc:docMk/>
          <pc:sldMk cId="2960653440" sldId="312"/>
        </pc:sldMkLst>
      </pc:sldChg>
      <pc:sldChg chg="add del">
        <pc:chgData name="Cláudia Naumann" userId="S::naumann_nce.ufrj.br#ext#@cisco.onmicrosoft.com::2c14c15b-0266-4182-83e5-84c7c06e2959" providerId="AD" clId="Web-{D73D514C-E209-AE4F-4569-39D850C37E1E}" dt="2022-10-20T17:28:39.738" v="138"/>
        <pc:sldMkLst>
          <pc:docMk/>
          <pc:sldMk cId="2961358251" sldId="312"/>
        </pc:sldMkLst>
      </pc:sldChg>
      <pc:sldChg chg="modSp add">
        <pc:chgData name="Cláudia Naumann" userId="S::naumann_nce.ufrj.br#ext#@cisco.onmicrosoft.com::2c14c15b-0266-4182-83e5-84c7c06e2959" providerId="AD" clId="Web-{D73D514C-E209-AE4F-4569-39D850C37E1E}" dt="2022-10-20T17:50:52.520" v="1137" actId="14100"/>
        <pc:sldMkLst>
          <pc:docMk/>
          <pc:sldMk cId="3088881897" sldId="312"/>
        </pc:sldMkLst>
        <pc:spChg chg="mod">
          <ac:chgData name="Cláudia Naumann" userId="S::naumann_nce.ufrj.br#ext#@cisco.onmicrosoft.com::2c14c15b-0266-4182-83e5-84c7c06e2959" providerId="AD" clId="Web-{D73D514C-E209-AE4F-4569-39D850C37E1E}" dt="2022-10-20T17:50:52.520" v="1137" actId="14100"/>
          <ac:spMkLst>
            <pc:docMk/>
            <pc:sldMk cId="3088881897" sldId="312"/>
            <ac:spMk id="3" creationId="{00000000-0000-0000-0000-000000000000}"/>
          </ac:spMkLst>
        </pc:spChg>
        <pc:graphicFrameChg chg="mod modGraphic">
          <ac:chgData name="Cláudia Naumann" userId="S::naumann_nce.ufrj.br#ext#@cisco.onmicrosoft.com::2c14c15b-0266-4182-83e5-84c7c06e2959" providerId="AD" clId="Web-{D73D514C-E209-AE4F-4569-39D850C37E1E}" dt="2022-10-20T17:49:33.096" v="1128"/>
          <ac:graphicFrameMkLst>
            <pc:docMk/>
            <pc:sldMk cId="3088881897" sldId="312"/>
            <ac:graphicFrameMk id="11" creationId="{00000000-0000-0000-0000-000000000000}"/>
          </ac:graphicFrameMkLst>
        </pc:graphicFrameChg>
      </pc:sldChg>
      <pc:sldChg chg="modSp add modNotes">
        <pc:chgData name="Cláudia Naumann" userId="S::naumann_nce.ufrj.br#ext#@cisco.onmicrosoft.com::2c14c15b-0266-4182-83e5-84c7c06e2959" providerId="AD" clId="Web-{D73D514C-E209-AE4F-4569-39D850C37E1E}" dt="2022-10-20T17:52:35.928" v="1170"/>
        <pc:sldMkLst>
          <pc:docMk/>
          <pc:sldMk cId="3357633582" sldId="313"/>
        </pc:sldMkLst>
        <pc:spChg chg="mod">
          <ac:chgData name="Cláudia Naumann" userId="S::naumann_nce.ufrj.br#ext#@cisco.onmicrosoft.com::2c14c15b-0266-4182-83e5-84c7c06e2959" providerId="AD" clId="Web-{D73D514C-E209-AE4F-4569-39D850C37E1E}" dt="2022-10-20T17:50:42.394" v="1136" actId="14100"/>
          <ac:spMkLst>
            <pc:docMk/>
            <pc:sldMk cId="3357633582" sldId="313"/>
            <ac:spMk id="3" creationId="{00000000-0000-0000-0000-000000000000}"/>
          </ac:spMkLst>
        </pc:spChg>
        <pc:graphicFrameChg chg="mod modGraphic">
          <ac:chgData name="Cláudia Naumann" userId="S::naumann_nce.ufrj.br#ext#@cisco.onmicrosoft.com::2c14c15b-0266-4182-83e5-84c7c06e2959" providerId="AD" clId="Web-{D73D514C-E209-AE4F-4569-39D850C37E1E}" dt="2022-10-20T17:52:35.928" v="1170"/>
          <ac:graphicFrameMkLst>
            <pc:docMk/>
            <pc:sldMk cId="3357633582" sldId="313"/>
            <ac:graphicFrameMk id="11" creationId="{00000000-0000-0000-0000-000000000000}"/>
          </ac:graphicFrameMkLst>
        </pc:graphicFrameChg>
      </pc:sldChg>
      <pc:sldMasterChg chg="addSldLayout">
        <pc:chgData name="Cláudia Naumann" userId="S::naumann_nce.ufrj.br#ext#@cisco.onmicrosoft.com::2c14c15b-0266-4182-83e5-84c7c06e2959" providerId="AD" clId="Web-{D73D514C-E209-AE4F-4569-39D850C37E1E}" dt="2022-10-20T17:25:22.093" v="128"/>
        <pc:sldMasterMkLst>
          <pc:docMk/>
          <pc:sldMasterMk cId="0" sldId="2147483648"/>
        </pc:sldMasterMkLst>
        <pc:sldLayoutChg chg="add">
          <pc:chgData name="Cláudia Naumann" userId="S::naumann_nce.ufrj.br#ext#@cisco.onmicrosoft.com::2c14c15b-0266-4182-83e5-84c7c06e2959" providerId="AD" clId="Web-{D73D514C-E209-AE4F-4569-39D850C37E1E}" dt="2022-10-20T17:25:22.093" v="128"/>
          <pc:sldLayoutMkLst>
            <pc:docMk/>
            <pc:sldMasterMk cId="0" sldId="2147483648"/>
            <pc:sldLayoutMk cId="1411822229" sldId="2147483655"/>
          </pc:sldLayoutMkLst>
        </pc:sldLayoutChg>
      </pc:sldMasterChg>
      <pc:sldMasterChg chg="addSldLayout">
        <pc:chgData name="Cláudia Naumann" userId="S::naumann_nce.ufrj.br#ext#@cisco.onmicrosoft.com::2c14c15b-0266-4182-83e5-84c7c06e2959" providerId="AD" clId="Web-{D73D514C-E209-AE4F-4569-39D850C37E1E}" dt="2022-10-20T17:08:39.726" v="3"/>
        <pc:sldMasterMkLst>
          <pc:docMk/>
          <pc:sldMasterMk cId="0" sldId="2147483700"/>
        </pc:sldMasterMkLst>
        <pc:sldLayoutChg chg="add">
          <pc:chgData name="Cláudia Naumann" userId="S::naumann_nce.ufrj.br#ext#@cisco.onmicrosoft.com::2c14c15b-0266-4182-83e5-84c7c06e2959" providerId="AD" clId="Web-{D73D514C-E209-AE4F-4569-39D850C37E1E}" dt="2022-10-20T17:08:39.726" v="3"/>
          <pc:sldLayoutMkLst>
            <pc:docMk/>
            <pc:sldMasterMk cId="0" sldId="2147483700"/>
            <pc:sldLayoutMk cId="1311363047" sldId="2147484032"/>
          </pc:sldLayoutMkLst>
        </pc:sldLayoutChg>
      </pc:sldMasterChg>
    </pc:docChg>
  </pc:docChgLst>
  <pc:docChgLst>
    <pc:chgData name="Anna Bolen -X (abolen - UNICON INC at Cisco)" userId="8fcf5b57-97b6-40ce-9683-275924855fa8" providerId="ADAL" clId="{F75FD99C-82D3-4D41-BAB2-14A61093E571}"/>
    <pc:docChg chg="modSld">
      <pc:chgData name="Anna Bolen -X (abolen - UNICON INC at Cisco)" userId="8fcf5b57-97b6-40ce-9683-275924855fa8" providerId="ADAL" clId="{F75FD99C-82D3-4D41-BAB2-14A61093E571}" dt="2023-03-30T15:43:49.633" v="0"/>
      <pc:docMkLst>
        <pc:docMk/>
      </pc:docMkLst>
      <pc:sldChg chg="modSp modNotes">
        <pc:chgData name="Anna Bolen -X (abolen - UNICON INC at Cisco)" userId="8fcf5b57-97b6-40ce-9683-275924855fa8" providerId="ADAL" clId="{F75FD99C-82D3-4D41-BAB2-14A61093E571}" dt="2023-03-30T15:43:49.633" v="0"/>
        <pc:sldMkLst>
          <pc:docMk/>
          <pc:sldMk cId="0" sldId="256"/>
        </pc:sldMkLst>
        <pc:spChg chg="mod">
          <ac:chgData name="Anna Bolen -X (abolen - UNICON INC at Cisco)" userId="8fcf5b57-97b6-40ce-9683-275924855fa8" providerId="ADAL" clId="{F75FD99C-82D3-4D41-BAB2-14A61093E571}" dt="2023-03-30T15:43:49.633" v="0"/>
          <ac:spMkLst>
            <pc:docMk/>
            <pc:sldMk cId="0" sldId="256"/>
            <ac:spMk id="4" creationId="{00000000-0000-0000-0000-000000000000}"/>
          </ac:spMkLst>
        </pc:spChg>
      </pc:sldChg>
      <pc:sldChg chg="modSp modNotes">
        <pc:chgData name="Anna Bolen -X (abolen - UNICON INC at Cisco)" userId="8fcf5b57-97b6-40ce-9683-275924855fa8" providerId="ADAL" clId="{F75FD99C-82D3-4D41-BAB2-14A61093E571}" dt="2023-03-30T15:43:49.633" v="0"/>
        <pc:sldMkLst>
          <pc:docMk/>
          <pc:sldMk cId="0" sldId="262"/>
        </pc:sldMkLst>
        <pc:spChg chg="mod">
          <ac:chgData name="Anna Bolen -X (abolen - UNICON INC at Cisco)" userId="8fcf5b57-97b6-40ce-9683-275924855fa8" providerId="ADAL" clId="{F75FD99C-82D3-4D41-BAB2-14A61093E571}" dt="2023-03-30T15:43:49.633" v="0"/>
          <ac:spMkLst>
            <pc:docMk/>
            <pc:sldMk cId="0" sldId="262"/>
            <ac:spMk id="3" creationId="{00000000-0000-0000-0000-000000000000}"/>
          </ac:spMkLst>
        </pc:spChg>
      </pc:sldChg>
    </pc:docChg>
  </pc:docChgLst>
  <pc:docChgLst>
    <pc:chgData name="Cláudia Naumann" userId="S::naumann_nce.ufrj.br#ext#@cisco.onmicrosoft.com::2c14c15b-0266-4182-83e5-84c7c06e2959" providerId="AD" clId="Web-{ADBD30D2-E908-A981-5A06-AD04CE6EE2AB}"/>
    <pc:docChg chg="addSld delSld modSld">
      <pc:chgData name="Cláudia Naumann" userId="S::naumann_nce.ufrj.br#ext#@cisco.onmicrosoft.com::2c14c15b-0266-4182-83e5-84c7c06e2959" providerId="AD" clId="Web-{ADBD30D2-E908-A981-5A06-AD04CE6EE2AB}" dt="2022-10-21T20:31:46.813" v="2045"/>
      <pc:docMkLst>
        <pc:docMk/>
      </pc:docMkLst>
      <pc:sldChg chg="modSp">
        <pc:chgData name="Cláudia Naumann" userId="S::naumann_nce.ufrj.br#ext#@cisco.onmicrosoft.com::2c14c15b-0266-4182-83e5-84c7c06e2959" providerId="AD" clId="Web-{ADBD30D2-E908-A981-5A06-AD04CE6EE2AB}" dt="2022-10-21T19:21:30.284" v="925" actId="1076"/>
        <pc:sldMkLst>
          <pc:docMk/>
          <pc:sldMk cId="0" sldId="264"/>
        </pc:sldMkLst>
        <pc:spChg chg="mod">
          <ac:chgData name="Cláudia Naumann" userId="S::naumann_nce.ufrj.br#ext#@cisco.onmicrosoft.com::2c14c15b-0266-4182-83e5-84c7c06e2959" providerId="AD" clId="Web-{ADBD30D2-E908-A981-5A06-AD04CE6EE2AB}" dt="2022-10-21T19:21:30.284" v="925" actId="1076"/>
          <ac:spMkLst>
            <pc:docMk/>
            <pc:sldMk cId="0" sldId="264"/>
            <ac:spMk id="2" creationId="{00000000-0000-0000-0000-000000000000}"/>
          </ac:spMkLst>
        </pc:spChg>
      </pc:sldChg>
      <pc:sldChg chg="delSp modSp">
        <pc:chgData name="Cláudia Naumann" userId="S::naumann_nce.ufrj.br#ext#@cisco.onmicrosoft.com::2c14c15b-0266-4182-83e5-84c7c06e2959" providerId="AD" clId="Web-{ADBD30D2-E908-A981-5A06-AD04CE6EE2AB}" dt="2022-10-21T19:17:02.934" v="870"/>
        <pc:sldMkLst>
          <pc:docMk/>
          <pc:sldMk cId="0" sldId="266"/>
        </pc:sldMkLst>
        <pc:spChg chg="del mod">
          <ac:chgData name="Cláudia Naumann" userId="S::naumann_nce.ufrj.br#ext#@cisco.onmicrosoft.com::2c14c15b-0266-4182-83e5-84c7c06e2959" providerId="AD" clId="Web-{ADBD30D2-E908-A981-5A06-AD04CE6EE2AB}" dt="2022-10-21T19:17:02.934" v="870"/>
          <ac:spMkLst>
            <pc:docMk/>
            <pc:sldMk cId="0" sldId="266"/>
            <ac:spMk id="4" creationId="{65302071-2B71-3FFB-6EA2-4CA5B1ACF642}"/>
          </ac:spMkLst>
        </pc:spChg>
        <pc:spChg chg="mod">
          <ac:chgData name="Cláudia Naumann" userId="S::naumann_nce.ufrj.br#ext#@cisco.onmicrosoft.com::2c14c15b-0266-4182-83e5-84c7c06e2959" providerId="AD" clId="Web-{ADBD30D2-E908-A981-5A06-AD04CE6EE2AB}" dt="2022-10-21T19:16:59.449" v="869" actId="20577"/>
          <ac:spMkLst>
            <pc:docMk/>
            <pc:sldMk cId="0" sldId="266"/>
            <ac:spMk id="5" creationId="{00000000-0000-0000-0000-000000000000}"/>
          </ac:spMkLst>
        </pc:spChg>
      </pc:sldChg>
      <pc:sldChg chg="modSp">
        <pc:chgData name="Cláudia Naumann" userId="S::naumann_nce.ufrj.br#ext#@cisco.onmicrosoft.com::2c14c15b-0266-4182-83e5-84c7c06e2959" providerId="AD" clId="Web-{ADBD30D2-E908-A981-5A06-AD04CE6EE2AB}" dt="2022-10-21T19:18:05.654" v="876"/>
        <pc:sldMkLst>
          <pc:docMk/>
          <pc:sldMk cId="0" sldId="267"/>
        </pc:sldMkLst>
        <pc:graphicFrameChg chg="mod modGraphic">
          <ac:chgData name="Cláudia Naumann" userId="S::naumann_nce.ufrj.br#ext#@cisco.onmicrosoft.com::2c14c15b-0266-4182-83e5-84c7c06e2959" providerId="AD" clId="Web-{ADBD30D2-E908-A981-5A06-AD04CE6EE2AB}" dt="2022-10-21T19:18:05.654" v="876"/>
          <ac:graphicFrameMkLst>
            <pc:docMk/>
            <pc:sldMk cId="0" sldId="267"/>
            <ac:graphicFrameMk id="13" creationId="{00000000-0000-0000-0000-000000000000}"/>
          </ac:graphicFrameMkLst>
        </pc:graphicFrameChg>
      </pc:sldChg>
      <pc:sldChg chg="modSp">
        <pc:chgData name="Cláudia Naumann" userId="S::naumann_nce.ufrj.br#ext#@cisco.onmicrosoft.com::2c14c15b-0266-4182-83e5-84c7c06e2959" providerId="AD" clId="Web-{ADBD30D2-E908-A981-5A06-AD04CE6EE2AB}" dt="2022-10-21T19:18:55.280" v="911" actId="20577"/>
        <pc:sldMkLst>
          <pc:docMk/>
          <pc:sldMk cId="0" sldId="268"/>
        </pc:sldMkLst>
        <pc:spChg chg="mod">
          <ac:chgData name="Cláudia Naumann" userId="S::naumann_nce.ufrj.br#ext#@cisco.onmicrosoft.com::2c14c15b-0266-4182-83e5-84c7c06e2959" providerId="AD" clId="Web-{ADBD30D2-E908-A981-5A06-AD04CE6EE2AB}" dt="2022-10-21T19:18:55.280" v="911" actId="20577"/>
          <ac:spMkLst>
            <pc:docMk/>
            <pc:sldMk cId="0" sldId="268"/>
            <ac:spMk id="5" creationId="{BF9570E3-2A9C-477D-C3D5-CFE37337250C}"/>
          </ac:spMkLst>
        </pc:spChg>
      </pc:sldChg>
      <pc:sldChg chg="modSp">
        <pc:chgData name="Cláudia Naumann" userId="S::naumann_nce.ufrj.br#ext#@cisco.onmicrosoft.com::2c14c15b-0266-4182-83e5-84c7c06e2959" providerId="AD" clId="Web-{ADBD30D2-E908-A981-5A06-AD04CE6EE2AB}" dt="2022-10-21T19:22:30.379" v="926" actId="14100"/>
        <pc:sldMkLst>
          <pc:docMk/>
          <pc:sldMk cId="0" sldId="270"/>
        </pc:sldMkLst>
        <pc:spChg chg="mod">
          <ac:chgData name="Cláudia Naumann" userId="S::naumann_nce.ufrj.br#ext#@cisco.onmicrosoft.com::2c14c15b-0266-4182-83e5-84c7c06e2959" providerId="AD" clId="Web-{ADBD30D2-E908-A981-5A06-AD04CE6EE2AB}" dt="2022-10-21T19:22:30.379" v="926" actId="14100"/>
          <ac:spMkLst>
            <pc:docMk/>
            <pc:sldMk cId="0" sldId="270"/>
            <ac:spMk id="3" creationId="{00000000-0000-0000-0000-000000000000}"/>
          </ac:spMkLst>
        </pc:spChg>
      </pc:sldChg>
      <pc:sldChg chg="modSp modNotes">
        <pc:chgData name="Cláudia Naumann" userId="S::naumann_nce.ufrj.br#ext#@cisco.onmicrosoft.com::2c14c15b-0266-4182-83e5-84c7c06e2959" providerId="AD" clId="Web-{ADBD30D2-E908-A981-5A06-AD04CE6EE2AB}" dt="2022-10-21T19:24:40.961" v="961"/>
        <pc:sldMkLst>
          <pc:docMk/>
          <pc:sldMk cId="0" sldId="271"/>
        </pc:sldMkLst>
        <pc:spChg chg="mod">
          <ac:chgData name="Cláudia Naumann" userId="S::naumann_nce.ufrj.br#ext#@cisco.onmicrosoft.com::2c14c15b-0266-4182-83e5-84c7c06e2959" providerId="AD" clId="Web-{ADBD30D2-E908-A981-5A06-AD04CE6EE2AB}" dt="2022-10-21T19:24:28.664" v="956" actId="20577"/>
          <ac:spMkLst>
            <pc:docMk/>
            <pc:sldMk cId="0" sldId="271"/>
            <ac:spMk id="3" creationId="{00000000-0000-0000-0000-000000000000}"/>
          </ac:spMkLst>
        </pc:spChg>
      </pc:sldChg>
      <pc:sldChg chg="delSp modSp">
        <pc:chgData name="Cláudia Naumann" userId="S::naumann_nce.ufrj.br#ext#@cisco.onmicrosoft.com::2c14c15b-0266-4182-83e5-84c7c06e2959" providerId="AD" clId="Web-{ADBD30D2-E908-A981-5A06-AD04CE6EE2AB}" dt="2022-10-21T19:25:48.853" v="999" actId="14100"/>
        <pc:sldMkLst>
          <pc:docMk/>
          <pc:sldMk cId="0" sldId="272"/>
        </pc:sldMkLst>
        <pc:spChg chg="mod">
          <ac:chgData name="Cláudia Naumann" userId="S::naumann_nce.ufrj.br#ext#@cisco.onmicrosoft.com::2c14c15b-0266-4182-83e5-84c7c06e2959" providerId="AD" clId="Web-{ADBD30D2-E908-A981-5A06-AD04CE6EE2AB}" dt="2022-10-21T19:25:48.853" v="999" actId="14100"/>
          <ac:spMkLst>
            <pc:docMk/>
            <pc:sldMk cId="0" sldId="272"/>
            <ac:spMk id="5" creationId="{00000000-0000-0000-0000-000000000000}"/>
          </ac:spMkLst>
        </pc:spChg>
        <pc:spChg chg="del mod">
          <ac:chgData name="Cláudia Naumann" userId="S::naumann_nce.ufrj.br#ext#@cisco.onmicrosoft.com::2c14c15b-0266-4182-83e5-84c7c06e2959" providerId="AD" clId="Web-{ADBD30D2-E908-A981-5A06-AD04CE6EE2AB}" dt="2022-10-21T19:25:41.666" v="994"/>
          <ac:spMkLst>
            <pc:docMk/>
            <pc:sldMk cId="0" sldId="272"/>
            <ac:spMk id="6" creationId="{52780DC3-DF87-4CA4-CEFE-F158044F2B9C}"/>
          </ac:spMkLst>
        </pc:spChg>
      </pc:sldChg>
      <pc:sldChg chg="modSp">
        <pc:chgData name="Cláudia Naumann" userId="S::naumann_nce.ufrj.br#ext#@cisco.onmicrosoft.com::2c14c15b-0266-4182-83e5-84c7c06e2959" providerId="AD" clId="Web-{ADBD30D2-E908-A981-5A06-AD04CE6EE2AB}" dt="2022-10-21T19:29:02.764" v="1012" actId="14100"/>
        <pc:sldMkLst>
          <pc:docMk/>
          <pc:sldMk cId="0" sldId="273"/>
        </pc:sldMkLst>
        <pc:spChg chg="mod">
          <ac:chgData name="Cláudia Naumann" userId="S::naumann_nce.ufrj.br#ext#@cisco.onmicrosoft.com::2c14c15b-0266-4182-83e5-84c7c06e2959" providerId="AD" clId="Web-{ADBD30D2-E908-A981-5A06-AD04CE6EE2AB}" dt="2022-10-21T19:29:02.764" v="1012" actId="14100"/>
          <ac:spMkLst>
            <pc:docMk/>
            <pc:sldMk cId="0" sldId="273"/>
            <ac:spMk id="3" creationId="{00000000-0000-0000-0000-000000000000}"/>
          </ac:spMkLst>
        </pc:spChg>
        <pc:spChg chg="mod">
          <ac:chgData name="Cláudia Naumann" userId="S::naumann_nce.ufrj.br#ext#@cisco.onmicrosoft.com::2c14c15b-0266-4182-83e5-84c7c06e2959" providerId="AD" clId="Web-{ADBD30D2-E908-A981-5A06-AD04CE6EE2AB}" dt="2022-10-21T19:27:39.153" v="1008" actId="20577"/>
          <ac:spMkLst>
            <pc:docMk/>
            <pc:sldMk cId="0" sldId="273"/>
            <ac:spMk id="5" creationId="{00000000-0000-0000-0000-000000000000}"/>
          </ac:spMkLst>
        </pc:spChg>
      </pc:sldChg>
      <pc:sldChg chg="modSp">
        <pc:chgData name="Cláudia Naumann" userId="S::naumann_nce.ufrj.br#ext#@cisco.onmicrosoft.com::2c14c15b-0266-4182-83e5-84c7c06e2959" providerId="AD" clId="Web-{ADBD30D2-E908-A981-5A06-AD04CE6EE2AB}" dt="2022-10-21T20:16:11.289" v="1609" actId="20577"/>
        <pc:sldMkLst>
          <pc:docMk/>
          <pc:sldMk cId="0" sldId="274"/>
        </pc:sldMkLst>
        <pc:spChg chg="mod">
          <ac:chgData name="Cláudia Naumann" userId="S::naumann_nce.ufrj.br#ext#@cisco.onmicrosoft.com::2c14c15b-0266-4182-83e5-84c7c06e2959" providerId="AD" clId="Web-{ADBD30D2-E908-A981-5A06-AD04CE6EE2AB}" dt="2022-10-21T19:28:44.233" v="1009" actId="1076"/>
          <ac:spMkLst>
            <pc:docMk/>
            <pc:sldMk cId="0" sldId="274"/>
            <ac:spMk id="2" creationId="{00000000-0000-0000-0000-000000000000}"/>
          </ac:spMkLst>
        </pc:spChg>
        <pc:spChg chg="mod">
          <ac:chgData name="Cláudia Naumann" userId="S::naumann_nce.ufrj.br#ext#@cisco.onmicrosoft.com::2c14c15b-0266-4182-83e5-84c7c06e2959" providerId="AD" clId="Web-{ADBD30D2-E908-A981-5A06-AD04CE6EE2AB}" dt="2022-10-21T19:29:15.359" v="1013" actId="1076"/>
          <ac:spMkLst>
            <pc:docMk/>
            <pc:sldMk cId="0" sldId="274"/>
            <ac:spMk id="3" creationId="{00000000-0000-0000-0000-000000000000}"/>
          </ac:spMkLst>
        </pc:spChg>
        <pc:spChg chg="mod">
          <ac:chgData name="Cláudia Naumann" userId="S::naumann_nce.ufrj.br#ext#@cisco.onmicrosoft.com::2c14c15b-0266-4182-83e5-84c7c06e2959" providerId="AD" clId="Web-{ADBD30D2-E908-A981-5A06-AD04CE6EE2AB}" dt="2022-10-21T20:16:11.289" v="1609" actId="20577"/>
          <ac:spMkLst>
            <pc:docMk/>
            <pc:sldMk cId="0" sldId="274"/>
            <ac:spMk id="5" creationId="{00000000-0000-0000-0000-000000000000}"/>
          </ac:spMkLst>
        </pc:spChg>
      </pc:sldChg>
      <pc:sldChg chg="del">
        <pc:chgData name="Cláudia Naumann" userId="S::naumann_nce.ufrj.br#ext#@cisco.onmicrosoft.com::2c14c15b-0266-4182-83e5-84c7c06e2959" providerId="AD" clId="Web-{ADBD30D2-E908-A981-5A06-AD04CE6EE2AB}" dt="2022-10-21T19:34:56.164" v="1056"/>
        <pc:sldMkLst>
          <pc:docMk/>
          <pc:sldMk cId="0" sldId="275"/>
        </pc:sldMkLst>
      </pc:sldChg>
      <pc:sldChg chg="modSp">
        <pc:chgData name="Cláudia Naumann" userId="S::naumann_nce.ufrj.br#ext#@cisco.onmicrosoft.com::2c14c15b-0266-4182-83e5-84c7c06e2959" providerId="AD" clId="Web-{ADBD30D2-E908-A981-5A06-AD04CE6EE2AB}" dt="2022-10-21T19:36:12.119" v="1067" actId="14100"/>
        <pc:sldMkLst>
          <pc:docMk/>
          <pc:sldMk cId="0" sldId="277"/>
        </pc:sldMkLst>
        <pc:spChg chg="mod">
          <ac:chgData name="Cláudia Naumann" userId="S::naumann_nce.ufrj.br#ext#@cisco.onmicrosoft.com::2c14c15b-0266-4182-83e5-84c7c06e2959" providerId="AD" clId="Web-{ADBD30D2-E908-A981-5A06-AD04CE6EE2AB}" dt="2022-10-21T19:36:12.119" v="1067" actId="14100"/>
          <ac:spMkLst>
            <pc:docMk/>
            <pc:sldMk cId="0" sldId="277"/>
            <ac:spMk id="5" creationId="{00000000-0000-0000-0000-000000000000}"/>
          </ac:spMkLst>
        </pc:spChg>
      </pc:sldChg>
      <pc:sldChg chg="modSp">
        <pc:chgData name="Cláudia Naumann" userId="S::naumann_nce.ufrj.br#ext#@cisco.onmicrosoft.com::2c14c15b-0266-4182-83e5-84c7c06e2959" providerId="AD" clId="Web-{ADBD30D2-E908-A981-5A06-AD04CE6EE2AB}" dt="2022-10-21T19:41:13.189" v="1143" actId="14100"/>
        <pc:sldMkLst>
          <pc:docMk/>
          <pc:sldMk cId="0" sldId="278"/>
        </pc:sldMkLst>
        <pc:spChg chg="mod">
          <ac:chgData name="Cláudia Naumann" userId="S::naumann_nce.ufrj.br#ext#@cisco.onmicrosoft.com::2c14c15b-0266-4182-83e5-84c7c06e2959" providerId="AD" clId="Web-{ADBD30D2-E908-A981-5A06-AD04CE6EE2AB}" dt="2022-10-21T19:41:13.189" v="1143" actId="14100"/>
          <ac:spMkLst>
            <pc:docMk/>
            <pc:sldMk cId="0" sldId="278"/>
            <ac:spMk id="3" creationId="{00000000-0000-0000-0000-000000000000}"/>
          </ac:spMkLst>
        </pc:spChg>
        <pc:spChg chg="mod">
          <ac:chgData name="Cláudia Naumann" userId="S::naumann_nce.ufrj.br#ext#@cisco.onmicrosoft.com::2c14c15b-0266-4182-83e5-84c7c06e2959" providerId="AD" clId="Web-{ADBD30D2-E908-A981-5A06-AD04CE6EE2AB}" dt="2022-10-21T19:40:03.484" v="1142" actId="20577"/>
          <ac:spMkLst>
            <pc:docMk/>
            <pc:sldMk cId="0" sldId="278"/>
            <ac:spMk id="5" creationId="{00000000-0000-0000-0000-000000000000}"/>
          </ac:spMkLst>
        </pc:spChg>
      </pc:sldChg>
      <pc:sldChg chg="addSp delSp modSp">
        <pc:chgData name="Cláudia Naumann" userId="S::naumann_nce.ufrj.br#ext#@cisco.onmicrosoft.com::2c14c15b-0266-4182-83e5-84c7c06e2959" providerId="AD" clId="Web-{ADBD30D2-E908-A981-5A06-AD04CE6EE2AB}" dt="2022-10-21T19:59:58.765" v="1447" actId="1076"/>
        <pc:sldMkLst>
          <pc:docMk/>
          <pc:sldMk cId="0" sldId="279"/>
        </pc:sldMkLst>
        <pc:spChg chg="mod">
          <ac:chgData name="Cláudia Naumann" userId="S::naumann_nce.ufrj.br#ext#@cisco.onmicrosoft.com::2c14c15b-0266-4182-83e5-84c7c06e2959" providerId="AD" clId="Web-{ADBD30D2-E908-A981-5A06-AD04CE6EE2AB}" dt="2022-10-21T19:47:24.652" v="1179" actId="1076"/>
          <ac:spMkLst>
            <pc:docMk/>
            <pc:sldMk cId="0" sldId="279"/>
            <ac:spMk id="2" creationId="{00000000-0000-0000-0000-000000000000}"/>
          </ac:spMkLst>
        </pc:spChg>
        <pc:spChg chg="mod">
          <ac:chgData name="Cláudia Naumann" userId="S::naumann_nce.ufrj.br#ext#@cisco.onmicrosoft.com::2c14c15b-0266-4182-83e5-84c7c06e2959" providerId="AD" clId="Web-{ADBD30D2-E908-A981-5A06-AD04CE6EE2AB}" dt="2022-10-21T19:59:43.217" v="1444" actId="1076"/>
          <ac:spMkLst>
            <pc:docMk/>
            <pc:sldMk cId="0" sldId="279"/>
            <ac:spMk id="3" creationId="{00000000-0000-0000-0000-000000000000}"/>
          </ac:spMkLst>
        </pc:spChg>
        <pc:spChg chg="add del mod">
          <ac:chgData name="Cláudia Naumann" userId="S::naumann_nce.ufrj.br#ext#@cisco.onmicrosoft.com::2c14c15b-0266-4182-83e5-84c7c06e2959" providerId="AD" clId="Web-{ADBD30D2-E908-A981-5A06-AD04CE6EE2AB}" dt="2022-10-21T19:54:08.099" v="1250"/>
          <ac:spMkLst>
            <pc:docMk/>
            <pc:sldMk cId="0" sldId="279"/>
            <ac:spMk id="4" creationId="{BB17AC96-A440-58FC-DAD1-C244C682B4FC}"/>
          </ac:spMkLst>
        </pc:spChg>
        <pc:spChg chg="mod">
          <ac:chgData name="Cláudia Naumann" userId="S::naumann_nce.ufrj.br#ext#@cisco.onmicrosoft.com::2c14c15b-0266-4182-83e5-84c7c06e2959" providerId="AD" clId="Web-{ADBD30D2-E908-A981-5A06-AD04CE6EE2AB}" dt="2022-10-21T19:59:54.608" v="1446" actId="1076"/>
          <ac:spMkLst>
            <pc:docMk/>
            <pc:sldMk cId="0" sldId="279"/>
            <ac:spMk id="5" creationId="{00000000-0000-0000-0000-000000000000}"/>
          </ac:spMkLst>
        </pc:spChg>
        <pc:spChg chg="add mod">
          <ac:chgData name="Cláudia Naumann" userId="S::naumann_nce.ufrj.br#ext#@cisco.onmicrosoft.com::2c14c15b-0266-4182-83e5-84c7c06e2959" providerId="AD" clId="Web-{ADBD30D2-E908-A981-5A06-AD04CE6EE2AB}" dt="2022-10-21T19:59:58.765" v="1447" actId="1076"/>
          <ac:spMkLst>
            <pc:docMk/>
            <pc:sldMk cId="0" sldId="279"/>
            <ac:spMk id="7" creationId="{4E26D6EB-D23A-8BEA-FC32-BEB5D9E71442}"/>
          </ac:spMkLst>
        </pc:spChg>
        <pc:picChg chg="mod">
          <ac:chgData name="Cláudia Naumann" userId="S::naumann_nce.ufrj.br#ext#@cisco.onmicrosoft.com::2c14c15b-0266-4182-83e5-84c7c06e2959" providerId="AD" clId="Web-{ADBD30D2-E908-A981-5A06-AD04CE6EE2AB}" dt="2022-10-21T19:59:49.967" v="1445" actId="1076"/>
          <ac:picMkLst>
            <pc:docMk/>
            <pc:sldMk cId="0" sldId="279"/>
            <ac:picMk id="6" creationId="{E0C6121D-CB29-3064-4967-2D312659FEEF}"/>
          </ac:picMkLst>
        </pc:picChg>
      </pc:sldChg>
      <pc:sldChg chg="modSp">
        <pc:chgData name="Cláudia Naumann" userId="S::naumann_nce.ufrj.br#ext#@cisco.onmicrosoft.com::2c14c15b-0266-4182-83e5-84c7c06e2959" providerId="AD" clId="Web-{ADBD30D2-E908-A981-5A06-AD04CE6EE2AB}" dt="2022-10-21T20:15:52.601" v="1608" actId="14100"/>
        <pc:sldMkLst>
          <pc:docMk/>
          <pc:sldMk cId="0" sldId="280"/>
        </pc:sldMkLst>
        <pc:spChg chg="mod">
          <ac:chgData name="Cláudia Naumann" userId="S::naumann_nce.ufrj.br#ext#@cisco.onmicrosoft.com::2c14c15b-0266-4182-83e5-84c7c06e2959" providerId="AD" clId="Web-{ADBD30D2-E908-A981-5A06-AD04CE6EE2AB}" dt="2022-10-21T20:07:33.932" v="1514" actId="1076"/>
          <ac:spMkLst>
            <pc:docMk/>
            <pc:sldMk cId="0" sldId="280"/>
            <ac:spMk id="2" creationId="{00000000-0000-0000-0000-000000000000}"/>
          </ac:spMkLst>
        </pc:spChg>
        <pc:spChg chg="mod">
          <ac:chgData name="Cláudia Naumann" userId="S::naumann_nce.ufrj.br#ext#@cisco.onmicrosoft.com::2c14c15b-0266-4182-83e5-84c7c06e2959" providerId="AD" clId="Web-{ADBD30D2-E908-A981-5A06-AD04CE6EE2AB}" dt="2022-10-21T20:07:44.245" v="1516" actId="1076"/>
          <ac:spMkLst>
            <pc:docMk/>
            <pc:sldMk cId="0" sldId="280"/>
            <ac:spMk id="3" creationId="{00000000-0000-0000-0000-000000000000}"/>
          </ac:spMkLst>
        </pc:spChg>
        <pc:spChg chg="mod">
          <ac:chgData name="Cláudia Naumann" userId="S::naumann_nce.ufrj.br#ext#@cisco.onmicrosoft.com::2c14c15b-0266-4182-83e5-84c7c06e2959" providerId="AD" clId="Web-{ADBD30D2-E908-A981-5A06-AD04CE6EE2AB}" dt="2022-10-21T20:15:52.601" v="1608" actId="14100"/>
          <ac:spMkLst>
            <pc:docMk/>
            <pc:sldMk cId="0" sldId="280"/>
            <ac:spMk id="5" creationId="{00000000-0000-0000-0000-000000000000}"/>
          </ac:spMkLst>
        </pc:spChg>
      </pc:sldChg>
      <pc:sldChg chg="modSp">
        <pc:chgData name="Cláudia Naumann" userId="S::naumann_nce.ufrj.br#ext#@cisco.onmicrosoft.com::2c14c15b-0266-4182-83e5-84c7c06e2959" providerId="AD" clId="Web-{ADBD30D2-E908-A981-5A06-AD04CE6EE2AB}" dt="2022-10-21T20:14:30.271" v="1582" actId="14100"/>
        <pc:sldMkLst>
          <pc:docMk/>
          <pc:sldMk cId="0" sldId="281"/>
        </pc:sldMkLst>
        <pc:spChg chg="mod">
          <ac:chgData name="Cláudia Naumann" userId="S::naumann_nce.ufrj.br#ext#@cisco.onmicrosoft.com::2c14c15b-0266-4182-83e5-84c7c06e2959" providerId="AD" clId="Web-{ADBD30D2-E908-A981-5A06-AD04CE6EE2AB}" dt="2022-10-21T20:13:41.239" v="1570" actId="14100"/>
          <ac:spMkLst>
            <pc:docMk/>
            <pc:sldMk cId="0" sldId="281"/>
            <ac:spMk id="3" creationId="{00000000-0000-0000-0000-000000000000}"/>
          </ac:spMkLst>
        </pc:spChg>
        <pc:spChg chg="mod">
          <ac:chgData name="Cláudia Naumann" userId="S::naumann_nce.ufrj.br#ext#@cisco.onmicrosoft.com::2c14c15b-0266-4182-83e5-84c7c06e2959" providerId="AD" clId="Web-{ADBD30D2-E908-A981-5A06-AD04CE6EE2AB}" dt="2022-10-21T20:14:30.271" v="1582" actId="14100"/>
          <ac:spMkLst>
            <pc:docMk/>
            <pc:sldMk cId="0" sldId="281"/>
            <ac:spMk id="5" creationId="{00000000-0000-0000-0000-000000000000}"/>
          </ac:spMkLst>
        </pc:spChg>
      </pc:sldChg>
      <pc:sldChg chg="del">
        <pc:chgData name="Cláudia Naumann" userId="S::naumann_nce.ufrj.br#ext#@cisco.onmicrosoft.com::2c14c15b-0266-4182-83e5-84c7c06e2959" providerId="AD" clId="Web-{ADBD30D2-E908-A981-5A06-AD04CE6EE2AB}" dt="2022-10-21T20:17:04.150" v="1613"/>
        <pc:sldMkLst>
          <pc:docMk/>
          <pc:sldMk cId="0" sldId="282"/>
        </pc:sldMkLst>
      </pc:sldChg>
      <pc:sldChg chg="modSp modCm">
        <pc:chgData name="Cláudia Naumann" userId="S::naumann_nce.ufrj.br#ext#@cisco.onmicrosoft.com::2c14c15b-0266-4182-83e5-84c7c06e2959" providerId="AD" clId="Web-{ADBD30D2-E908-A981-5A06-AD04CE6EE2AB}" dt="2022-10-21T20:24:50.771" v="1860" actId="14100"/>
        <pc:sldMkLst>
          <pc:docMk/>
          <pc:sldMk cId="0" sldId="284"/>
        </pc:sldMkLst>
        <pc:spChg chg="mod">
          <ac:chgData name="Cláudia Naumann" userId="S::naumann_nce.ufrj.br#ext#@cisco.onmicrosoft.com::2c14c15b-0266-4182-83e5-84c7c06e2959" providerId="AD" clId="Web-{ADBD30D2-E908-A981-5A06-AD04CE6EE2AB}" dt="2022-10-21T20:24:50.771" v="1860" actId="14100"/>
          <ac:spMkLst>
            <pc:docMk/>
            <pc:sldMk cId="0" sldId="284"/>
            <ac:spMk id="3" creationId="{00000000-0000-0000-0000-000000000000}"/>
          </ac:spMkLst>
        </pc:spChg>
        <pc:spChg chg="mod">
          <ac:chgData name="Cláudia Naumann" userId="S::naumann_nce.ufrj.br#ext#@cisco.onmicrosoft.com::2c14c15b-0266-4182-83e5-84c7c06e2959" providerId="AD" clId="Web-{ADBD30D2-E908-A981-5A06-AD04CE6EE2AB}" dt="2022-10-21T20:23:39.441" v="1852" actId="14100"/>
          <ac:spMkLst>
            <pc:docMk/>
            <pc:sldMk cId="0" sldId="284"/>
            <ac:spMk id="5" creationId="{00000000-0000-0000-0000-000000000000}"/>
          </ac:spMkLst>
        </pc:spChg>
      </pc:sldChg>
      <pc:sldChg chg="del">
        <pc:chgData name="Cláudia Naumann" userId="S::naumann_nce.ufrj.br#ext#@cisco.onmicrosoft.com::2c14c15b-0266-4182-83e5-84c7c06e2959" providerId="AD" clId="Web-{ADBD30D2-E908-A981-5A06-AD04CE6EE2AB}" dt="2022-10-21T20:27:32.900" v="1931"/>
        <pc:sldMkLst>
          <pc:docMk/>
          <pc:sldMk cId="0" sldId="285"/>
        </pc:sldMkLst>
      </pc:sldChg>
      <pc:sldChg chg="addSp modSp modNotes">
        <pc:chgData name="Cláudia Naumann" userId="S::naumann_nce.ufrj.br#ext#@cisco.onmicrosoft.com::2c14c15b-0266-4182-83e5-84c7c06e2959" providerId="AD" clId="Web-{ADBD30D2-E908-A981-5A06-AD04CE6EE2AB}" dt="2022-10-21T19:23:55.054" v="954" actId="1076"/>
        <pc:sldMkLst>
          <pc:docMk/>
          <pc:sldMk cId="3553677726" sldId="289"/>
        </pc:sldMkLst>
        <pc:spChg chg="mod">
          <ac:chgData name="Cláudia Naumann" userId="S::naumann_nce.ufrj.br#ext#@cisco.onmicrosoft.com::2c14c15b-0266-4182-83e5-84c7c06e2959" providerId="AD" clId="Web-{ADBD30D2-E908-A981-5A06-AD04CE6EE2AB}" dt="2022-10-21T19:21:02.471" v="923" actId="14100"/>
          <ac:spMkLst>
            <pc:docMk/>
            <pc:sldMk cId="3553677726" sldId="289"/>
            <ac:spMk id="2" creationId="{9F956FD7-885E-EC71-59FF-99E9E0B72611}"/>
          </ac:spMkLst>
        </pc:spChg>
        <pc:spChg chg="add mod">
          <ac:chgData name="Cláudia Naumann" userId="S::naumann_nce.ufrj.br#ext#@cisco.onmicrosoft.com::2c14c15b-0266-4182-83e5-84c7c06e2959" providerId="AD" clId="Web-{ADBD30D2-E908-A981-5A06-AD04CE6EE2AB}" dt="2022-10-21T19:20:29.548" v="920" actId="20577"/>
          <ac:spMkLst>
            <pc:docMk/>
            <pc:sldMk cId="3553677726" sldId="289"/>
            <ac:spMk id="3" creationId="{E54E184A-6737-B4D3-42C4-1E0998B5E352}"/>
          </ac:spMkLst>
        </pc:spChg>
        <pc:spChg chg="mod">
          <ac:chgData name="Cláudia Naumann" userId="S::naumann_nce.ufrj.br#ext#@cisco.onmicrosoft.com::2c14c15b-0266-4182-83e5-84c7c06e2959" providerId="AD" clId="Web-{ADBD30D2-E908-A981-5A06-AD04CE6EE2AB}" dt="2022-10-21T19:23:55.054" v="954" actId="1076"/>
          <ac:spMkLst>
            <pc:docMk/>
            <pc:sldMk cId="3553677726" sldId="289"/>
            <ac:spMk id="4" creationId="{2E0974CF-46E3-1411-6280-5A9C5DBB1FC6}"/>
          </ac:spMkLst>
        </pc:spChg>
      </pc:sldChg>
      <pc:sldChg chg="addSp modSp modNotes">
        <pc:chgData name="Cláudia Naumann" userId="S::naumann_nce.ufrj.br#ext#@cisco.onmicrosoft.com::2c14c15b-0266-4182-83e5-84c7c06e2959" providerId="AD" clId="Web-{ADBD30D2-E908-A981-5A06-AD04CE6EE2AB}" dt="2022-10-21T19:34:52.289" v="1055"/>
        <pc:sldMkLst>
          <pc:docMk/>
          <pc:sldMk cId="1125455495" sldId="291"/>
        </pc:sldMkLst>
        <pc:spChg chg="mod">
          <ac:chgData name="Cláudia Naumann" userId="S::naumann_nce.ufrj.br#ext#@cisco.onmicrosoft.com::2c14c15b-0266-4182-83e5-84c7c06e2959" providerId="AD" clId="Web-{ADBD30D2-E908-A981-5A06-AD04CE6EE2AB}" dt="2022-10-21T19:33:28.990" v="1033" actId="14100"/>
          <ac:spMkLst>
            <pc:docMk/>
            <pc:sldMk cId="1125455495" sldId="291"/>
            <ac:spMk id="2" creationId="{8EE7BF90-6A28-1DBE-9D7B-A6B4463EA0D5}"/>
          </ac:spMkLst>
        </pc:spChg>
        <pc:spChg chg="add mod">
          <ac:chgData name="Cláudia Naumann" userId="S::naumann_nce.ufrj.br#ext#@cisco.onmicrosoft.com::2c14c15b-0266-4182-83e5-84c7c06e2959" providerId="AD" clId="Web-{ADBD30D2-E908-A981-5A06-AD04CE6EE2AB}" dt="2022-10-21T19:32:49.223" v="1024" actId="20577"/>
          <ac:spMkLst>
            <pc:docMk/>
            <pc:sldMk cId="1125455495" sldId="291"/>
            <ac:spMk id="3" creationId="{E55BDA5E-8F7A-F8B1-3DA3-A97B80689B08}"/>
          </ac:spMkLst>
        </pc:spChg>
        <pc:spChg chg="mod">
          <ac:chgData name="Cláudia Naumann" userId="S::naumann_nce.ufrj.br#ext#@cisco.onmicrosoft.com::2c14c15b-0266-4182-83e5-84c7c06e2959" providerId="AD" clId="Web-{ADBD30D2-E908-A981-5A06-AD04CE6EE2AB}" dt="2022-10-21T19:34:21.194" v="1052" actId="1076"/>
          <ac:spMkLst>
            <pc:docMk/>
            <pc:sldMk cId="1125455495" sldId="291"/>
            <ac:spMk id="5" creationId="{9D8951BB-2FE6-7C31-E83E-FCEDDCB02E2B}"/>
          </ac:spMkLst>
        </pc:spChg>
      </pc:sldChg>
      <pc:sldChg chg="addSp modSp modNotes">
        <pc:chgData name="Cláudia Naumann" userId="S::naumann_nce.ufrj.br#ext#@cisco.onmicrosoft.com::2c14c15b-0266-4182-83e5-84c7c06e2959" providerId="AD" clId="Web-{ADBD30D2-E908-A981-5A06-AD04CE6EE2AB}" dt="2022-10-21T19:43:07.895" v="1165" actId="20577"/>
        <pc:sldMkLst>
          <pc:docMk/>
          <pc:sldMk cId="3129103443" sldId="293"/>
        </pc:sldMkLst>
        <pc:spChg chg="mod">
          <ac:chgData name="Cláudia Naumann" userId="S::naumann_nce.ufrj.br#ext#@cisco.onmicrosoft.com::2c14c15b-0266-4182-83e5-84c7c06e2959" providerId="AD" clId="Web-{ADBD30D2-E908-A981-5A06-AD04CE6EE2AB}" dt="2022-10-21T19:42:22.988" v="1157" actId="20577"/>
          <ac:spMkLst>
            <pc:docMk/>
            <pc:sldMk cId="3129103443" sldId="293"/>
            <ac:spMk id="2" creationId="{D512A097-17D7-9F24-486E-F8549624D09B}"/>
          </ac:spMkLst>
        </pc:spChg>
        <pc:spChg chg="add mod">
          <ac:chgData name="Cláudia Naumann" userId="S::naumann_nce.ufrj.br#ext#@cisco.onmicrosoft.com::2c14c15b-0266-4182-83e5-84c7c06e2959" providerId="AD" clId="Web-{ADBD30D2-E908-A981-5A06-AD04CE6EE2AB}" dt="2022-10-21T19:43:07.895" v="1165" actId="20577"/>
          <ac:spMkLst>
            <pc:docMk/>
            <pc:sldMk cId="3129103443" sldId="293"/>
            <ac:spMk id="3" creationId="{BBE47E4D-F0BA-F911-2270-7F0F9DDE1D3A}"/>
          </ac:spMkLst>
        </pc:spChg>
      </pc:sldChg>
      <pc:sldChg chg="modSp del">
        <pc:chgData name="Cláudia Naumann" userId="S::naumann_nce.ufrj.br#ext#@cisco.onmicrosoft.com::2c14c15b-0266-4182-83e5-84c7c06e2959" providerId="AD" clId="Web-{ADBD30D2-E908-A981-5A06-AD04CE6EE2AB}" dt="2022-10-21T20:05:06.257" v="1512"/>
        <pc:sldMkLst>
          <pc:docMk/>
          <pc:sldMk cId="1320194026" sldId="295"/>
        </pc:sldMkLst>
        <pc:spChg chg="mod">
          <ac:chgData name="Cláudia Naumann" userId="S::naumann_nce.ufrj.br#ext#@cisco.onmicrosoft.com::2c14c15b-0266-4182-83e5-84c7c06e2959" providerId="AD" clId="Web-{ADBD30D2-E908-A981-5A06-AD04CE6EE2AB}" dt="2022-10-21T19:59:01.169" v="1442" actId="20577"/>
          <ac:spMkLst>
            <pc:docMk/>
            <pc:sldMk cId="1320194026" sldId="295"/>
            <ac:spMk id="4" creationId="{90A9538A-91F0-0B42-CB4F-E574056D73A5}"/>
          </ac:spMkLst>
        </pc:spChg>
      </pc:sldChg>
      <pc:sldChg chg="addSp delSp modSp modNotes">
        <pc:chgData name="Cláudia Naumann" userId="S::naumann_nce.ufrj.br#ext#@cisco.onmicrosoft.com::2c14c15b-0266-4182-83e5-84c7c06e2959" providerId="AD" clId="Web-{ADBD30D2-E908-A981-5A06-AD04CE6EE2AB}" dt="2022-10-21T20:06:55.634" v="1513" actId="20577"/>
        <pc:sldMkLst>
          <pc:docMk/>
          <pc:sldMk cId="448559255" sldId="296"/>
        </pc:sldMkLst>
        <pc:spChg chg="mod">
          <ac:chgData name="Cláudia Naumann" userId="S::naumann_nce.ufrj.br#ext#@cisco.onmicrosoft.com::2c14c15b-0266-4182-83e5-84c7c06e2959" providerId="AD" clId="Web-{ADBD30D2-E908-A981-5A06-AD04CE6EE2AB}" dt="2022-10-21T19:48:28.872" v="1197" actId="20577"/>
          <ac:spMkLst>
            <pc:docMk/>
            <pc:sldMk cId="448559255" sldId="296"/>
            <ac:spMk id="2" creationId="{7F98D9E6-32F0-6390-285B-D50592EEC8EC}"/>
          </ac:spMkLst>
        </pc:spChg>
        <pc:spChg chg="mod">
          <ac:chgData name="Cláudia Naumann" userId="S::naumann_nce.ufrj.br#ext#@cisco.onmicrosoft.com::2c14c15b-0266-4182-83e5-84c7c06e2959" providerId="AD" clId="Web-{ADBD30D2-E908-A981-5A06-AD04CE6EE2AB}" dt="2022-10-21T20:06:55.634" v="1513" actId="20577"/>
          <ac:spMkLst>
            <pc:docMk/>
            <pc:sldMk cId="448559255" sldId="296"/>
            <ac:spMk id="3" creationId="{5BD2D340-1298-7E88-1CAA-D2BFA865EF72}"/>
          </ac:spMkLst>
        </pc:spChg>
        <pc:spChg chg="add mod">
          <ac:chgData name="Cláudia Naumann" userId="S::naumann_nce.ufrj.br#ext#@cisco.onmicrosoft.com::2c14c15b-0266-4182-83e5-84c7c06e2959" providerId="AD" clId="Web-{ADBD30D2-E908-A981-5A06-AD04CE6EE2AB}" dt="2022-10-21T19:59:33.389" v="1443" actId="1076"/>
          <ac:spMkLst>
            <pc:docMk/>
            <pc:sldMk cId="448559255" sldId="296"/>
            <ac:spMk id="5" creationId="{0B33131B-6AA5-3D77-AAA2-DC0932178249}"/>
          </ac:spMkLst>
        </pc:spChg>
        <pc:spChg chg="add del mod">
          <ac:chgData name="Cláudia Naumann" userId="S::naumann_nce.ufrj.br#ext#@cisco.onmicrosoft.com::2c14c15b-0266-4182-83e5-84c7c06e2959" providerId="AD" clId="Web-{ADBD30D2-E908-A981-5A06-AD04CE6EE2AB}" dt="2022-10-21T20:02:04.486" v="1468"/>
          <ac:spMkLst>
            <pc:docMk/>
            <pc:sldMk cId="448559255" sldId="296"/>
            <ac:spMk id="6" creationId="{4AE591F3-DBE6-7D83-8851-C22F15AB3518}"/>
          </ac:spMkLst>
        </pc:spChg>
        <pc:spChg chg="add mod">
          <ac:chgData name="Cláudia Naumann" userId="S::naumann_nce.ufrj.br#ext#@cisco.onmicrosoft.com::2c14c15b-0266-4182-83e5-84c7c06e2959" providerId="AD" clId="Web-{ADBD30D2-E908-A981-5A06-AD04CE6EE2AB}" dt="2022-10-21T20:05:02.491" v="1511" actId="20577"/>
          <ac:spMkLst>
            <pc:docMk/>
            <pc:sldMk cId="448559255" sldId="296"/>
            <ac:spMk id="7" creationId="{B380352F-85B0-7140-F0AD-9CCA2951022F}"/>
          </ac:spMkLst>
        </pc:spChg>
        <pc:picChg chg="mod">
          <ac:chgData name="Cláudia Naumann" userId="S::naumann_nce.ufrj.br#ext#@cisco.onmicrosoft.com::2c14c15b-0266-4182-83e5-84c7c06e2959" providerId="AD" clId="Web-{ADBD30D2-E908-A981-5A06-AD04CE6EE2AB}" dt="2022-10-21T20:04:24.443" v="1508" actId="14100"/>
          <ac:picMkLst>
            <pc:docMk/>
            <pc:sldMk cId="448559255" sldId="296"/>
            <ac:picMk id="4" creationId="{246D11C4-351C-2930-1A85-99F5D736D7D3}"/>
          </ac:picMkLst>
        </pc:picChg>
      </pc:sldChg>
      <pc:sldChg chg="del">
        <pc:chgData name="Cláudia Naumann" userId="S::naumann_nce.ufrj.br#ext#@cisco.onmicrosoft.com::2c14c15b-0266-4182-83e5-84c7c06e2959" providerId="AD" clId="Web-{ADBD30D2-E908-A981-5A06-AD04CE6EE2AB}" dt="2022-10-21T19:45:53.806" v="1178"/>
        <pc:sldMkLst>
          <pc:docMk/>
          <pc:sldMk cId="983381146" sldId="297"/>
        </pc:sldMkLst>
      </pc:sldChg>
      <pc:sldChg chg="addSp modSp modNotes">
        <pc:chgData name="Cláudia Naumann" userId="S::naumann_nce.ufrj.br#ext#@cisco.onmicrosoft.com::2c14c15b-0266-4182-83e5-84c7c06e2959" providerId="AD" clId="Web-{ADBD30D2-E908-A981-5A06-AD04CE6EE2AB}" dt="2022-10-21T20:10:44.437" v="1556" actId="1076"/>
        <pc:sldMkLst>
          <pc:docMk/>
          <pc:sldMk cId="2820964606" sldId="298"/>
        </pc:sldMkLst>
        <pc:spChg chg="mod">
          <ac:chgData name="Cláudia Naumann" userId="S::naumann_nce.ufrj.br#ext#@cisco.onmicrosoft.com::2c14c15b-0266-4182-83e5-84c7c06e2959" providerId="AD" clId="Web-{ADBD30D2-E908-A981-5A06-AD04CE6EE2AB}" dt="2022-10-21T20:08:59.606" v="1538" actId="1076"/>
          <ac:spMkLst>
            <pc:docMk/>
            <pc:sldMk cId="2820964606" sldId="298"/>
            <ac:spMk id="2" creationId="{9EA41080-1150-6DA3-FBFA-A6043BF90497}"/>
          </ac:spMkLst>
        </pc:spChg>
        <pc:spChg chg="add mod">
          <ac:chgData name="Cláudia Naumann" userId="S::naumann_nce.ufrj.br#ext#@cisco.onmicrosoft.com::2c14c15b-0266-4182-83e5-84c7c06e2959" providerId="AD" clId="Web-{ADBD30D2-E908-A981-5A06-AD04CE6EE2AB}" dt="2022-10-21T20:09:24.373" v="1544" actId="20577"/>
          <ac:spMkLst>
            <pc:docMk/>
            <pc:sldMk cId="2820964606" sldId="298"/>
            <ac:spMk id="3" creationId="{2BC9733D-7420-C3B7-80E1-81EB2AFD7F0E}"/>
          </ac:spMkLst>
        </pc:spChg>
        <pc:spChg chg="mod">
          <ac:chgData name="Cláudia Naumann" userId="S::naumann_nce.ufrj.br#ext#@cisco.onmicrosoft.com::2c14c15b-0266-4182-83e5-84c7c06e2959" providerId="AD" clId="Web-{ADBD30D2-E908-A981-5A06-AD04CE6EE2AB}" dt="2022-10-21T20:10:44.437" v="1556" actId="1076"/>
          <ac:spMkLst>
            <pc:docMk/>
            <pc:sldMk cId="2820964606" sldId="298"/>
            <ac:spMk id="5" creationId="{ECD17765-56C2-8569-67B5-0DCB2B426E74}"/>
          </ac:spMkLst>
        </pc:spChg>
      </pc:sldChg>
      <pc:sldChg chg="modSp modNotes">
        <pc:chgData name="Cláudia Naumann" userId="S::naumann_nce.ufrj.br#ext#@cisco.onmicrosoft.com::2c14c15b-0266-4182-83e5-84c7c06e2959" providerId="AD" clId="Web-{ADBD30D2-E908-A981-5A06-AD04CE6EE2AB}" dt="2022-10-21T20:29:52.513" v="1934"/>
        <pc:sldMkLst>
          <pc:docMk/>
          <pc:sldMk cId="125537020" sldId="299"/>
        </pc:sldMkLst>
        <pc:spChg chg="mod">
          <ac:chgData name="Cláudia Naumann" userId="S::naumann_nce.ufrj.br#ext#@cisco.onmicrosoft.com::2c14c15b-0266-4182-83e5-84c7c06e2959" providerId="AD" clId="Web-{ADBD30D2-E908-A981-5A06-AD04CE6EE2AB}" dt="2022-10-21T20:24:05.145" v="1858" actId="14100"/>
          <ac:spMkLst>
            <pc:docMk/>
            <pc:sldMk cId="125537020" sldId="299"/>
            <ac:spMk id="3" creationId="{00000000-0000-0000-0000-000000000000}"/>
          </ac:spMkLst>
        </pc:spChg>
        <pc:spChg chg="mod">
          <ac:chgData name="Cláudia Naumann" userId="S::naumann_nce.ufrj.br#ext#@cisco.onmicrosoft.com::2c14c15b-0266-4182-83e5-84c7c06e2959" providerId="AD" clId="Web-{ADBD30D2-E908-A981-5A06-AD04CE6EE2AB}" dt="2022-10-21T20:26:58.071" v="1927" actId="20577"/>
          <ac:spMkLst>
            <pc:docMk/>
            <pc:sldMk cId="125537020" sldId="299"/>
            <ac:spMk id="5" creationId="{00000000-0000-0000-0000-000000000000}"/>
          </ac:spMkLst>
        </pc:spChg>
      </pc:sldChg>
      <pc:sldChg chg="modSp modCm modNotes">
        <pc:chgData name="Cláudia Naumann" userId="S::naumann_nce.ufrj.br#ext#@cisco.onmicrosoft.com::2c14c15b-0266-4182-83e5-84c7c06e2959" providerId="AD" clId="Web-{ADBD30D2-E908-A981-5A06-AD04CE6EE2AB}" dt="2022-10-21T20:31:46.813" v="2045"/>
        <pc:sldMkLst>
          <pc:docMk/>
          <pc:sldMk cId="1223873037" sldId="300"/>
        </pc:sldMkLst>
        <pc:graphicFrameChg chg="mod modGraphic">
          <ac:chgData name="Cláudia Naumann" userId="S::naumann_nce.ufrj.br#ext#@cisco.onmicrosoft.com::2c14c15b-0266-4182-83e5-84c7c06e2959" providerId="AD" clId="Web-{ADBD30D2-E908-A981-5A06-AD04CE6EE2AB}" dt="2022-10-21T20:31:46.813" v="2045"/>
          <ac:graphicFrameMkLst>
            <pc:docMk/>
            <pc:sldMk cId="1223873037" sldId="300"/>
            <ac:graphicFrameMk id="3" creationId="{00000000-0000-0000-0000-000000000000}"/>
          </ac:graphicFrameMkLst>
        </pc:graphicFrameChg>
      </pc:sldChg>
      <pc:sldChg chg="del">
        <pc:chgData name="Cláudia Naumann" userId="S::naumann_nce.ufrj.br#ext#@cisco.onmicrosoft.com::2c14c15b-0266-4182-83e5-84c7c06e2959" providerId="AD" clId="Web-{ADBD30D2-E908-A981-5A06-AD04CE6EE2AB}" dt="2022-10-21T19:09:17.344" v="594"/>
        <pc:sldMkLst>
          <pc:docMk/>
          <pc:sldMk cId="3476048694" sldId="301"/>
        </pc:sldMkLst>
      </pc:sldChg>
      <pc:sldChg chg="del">
        <pc:chgData name="Cláudia Naumann" userId="S::naumann_nce.ufrj.br#ext#@cisco.onmicrosoft.com::2c14c15b-0266-4182-83e5-84c7c06e2959" providerId="AD" clId="Web-{ADBD30D2-E908-A981-5A06-AD04CE6EE2AB}" dt="2022-10-21T20:23:49.488" v="1853"/>
        <pc:sldMkLst>
          <pc:docMk/>
          <pc:sldMk cId="847070616" sldId="303"/>
        </pc:sldMkLst>
      </pc:sldChg>
      <pc:sldChg chg="modSp">
        <pc:chgData name="Cláudia Naumann" userId="S::naumann_nce.ufrj.br#ext#@cisco.onmicrosoft.com::2c14c15b-0266-4182-83e5-84c7c06e2959" providerId="AD" clId="Web-{ADBD30D2-E908-A981-5A06-AD04CE6EE2AB}" dt="2022-10-21T19:11:29.894" v="805"/>
        <pc:sldMkLst>
          <pc:docMk/>
          <pc:sldMk cId="353754347" sldId="309"/>
        </pc:sldMkLst>
        <pc:graphicFrameChg chg="mod modGraphic">
          <ac:chgData name="Cláudia Naumann" userId="S::naumann_nce.ufrj.br#ext#@cisco.onmicrosoft.com::2c14c15b-0266-4182-83e5-84c7c06e2959" providerId="AD" clId="Web-{ADBD30D2-E908-A981-5A06-AD04CE6EE2AB}" dt="2022-10-21T19:11:29.894" v="805"/>
          <ac:graphicFrameMkLst>
            <pc:docMk/>
            <pc:sldMk cId="353754347" sldId="309"/>
            <ac:graphicFrameMk id="4" creationId="{40064EF4-EE2B-342C-EA9E-699582F380FF}"/>
          </ac:graphicFrameMkLst>
        </pc:graphicFrameChg>
      </pc:sldChg>
      <pc:sldChg chg="modSp">
        <pc:chgData name="Cláudia Naumann" userId="S::naumann_nce.ufrj.br#ext#@cisco.onmicrosoft.com::2c14c15b-0266-4182-83e5-84c7c06e2959" providerId="AD" clId="Web-{ADBD30D2-E908-A981-5A06-AD04CE6EE2AB}" dt="2022-10-21T19:15:03.196" v="854"/>
        <pc:sldMkLst>
          <pc:docMk/>
          <pc:sldMk cId="3357633582" sldId="313"/>
        </pc:sldMkLst>
        <pc:graphicFrameChg chg="mod modGraphic">
          <ac:chgData name="Cláudia Naumann" userId="S::naumann_nce.ufrj.br#ext#@cisco.onmicrosoft.com::2c14c15b-0266-4182-83e5-84c7c06e2959" providerId="AD" clId="Web-{ADBD30D2-E908-A981-5A06-AD04CE6EE2AB}" dt="2022-10-21T19:15:03.196" v="854"/>
          <ac:graphicFrameMkLst>
            <pc:docMk/>
            <pc:sldMk cId="3357633582" sldId="313"/>
            <ac:graphicFrameMk id="11" creationId="{00000000-0000-0000-0000-000000000000}"/>
          </ac:graphicFrameMkLst>
        </pc:graphicFrameChg>
      </pc:sldChg>
      <pc:sldChg chg="modSp add modNotes">
        <pc:chgData name="Cláudia Naumann" userId="S::naumann_nce.ufrj.br#ext#@cisco.onmicrosoft.com::2c14c15b-0266-4182-83e5-84c7c06e2959" providerId="AD" clId="Web-{ADBD30D2-E908-A981-5A06-AD04CE6EE2AB}" dt="2022-10-21T20:17:02.509" v="1612"/>
        <pc:sldMkLst>
          <pc:docMk/>
          <pc:sldMk cId="924284410" sldId="314"/>
        </pc:sldMkLst>
        <pc:spChg chg="mod">
          <ac:chgData name="Cláudia Naumann" userId="S::naumann_nce.ufrj.br#ext#@cisco.onmicrosoft.com::2c14c15b-0266-4182-83e5-84c7c06e2959" providerId="AD" clId="Web-{ADBD30D2-E908-A981-5A06-AD04CE6EE2AB}" dt="2022-10-21T20:13:36.160" v="1569" actId="14100"/>
          <ac:spMkLst>
            <pc:docMk/>
            <pc:sldMk cId="924284410" sldId="314"/>
            <ac:spMk id="3" creationId="{00000000-0000-0000-0000-000000000000}"/>
          </ac:spMkLst>
        </pc:spChg>
        <pc:spChg chg="mod">
          <ac:chgData name="Cláudia Naumann" userId="S::naumann_nce.ufrj.br#ext#@cisco.onmicrosoft.com::2c14c15b-0266-4182-83e5-84c7c06e2959" providerId="AD" clId="Web-{ADBD30D2-E908-A981-5A06-AD04CE6EE2AB}" dt="2022-10-21T20:15:07.163" v="1594" actId="14100"/>
          <ac:spMkLst>
            <pc:docMk/>
            <pc:sldMk cId="924284410" sldId="314"/>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8B9E7476-3B98-4FAA-9250-65CCA7474E67}" type="datetimeFigureOut">
              <a:t>3/30/2023</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B0DBD4A-6EF6-4BBD-B0B0-03CDD9234AAE}" type="slidenum">
              <a:t>‹#›</a:t>
            </a:fld>
            <a:endParaRPr lang="en-US"/>
          </a:p>
        </p:txBody>
      </p:sp>
    </p:spTree>
    <p:extLst>
      <p:ext uri="{BB962C8B-B14F-4D97-AF65-F5344CB8AC3E}">
        <p14:creationId xmlns:p14="http://schemas.microsoft.com/office/powerpoint/2010/main" val="124830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3: Attacking the Foundation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73109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5000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Cybersecurity Essentials 3.0
Module 3: Attacking the Foundation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34823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3.1: IP PDU Details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3.1: IP PDU Details
3.1.1: IPv4 and IPv6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3.1: IP PDU Details
3.1.2: The IPv4 Packet Header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Attacking the Foundation
3.1: IP PDU Details
3.1.2: The IPv4 Packet Header (Cont.)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3.1: IP PDU Details
3.1.3: Video - Sample IPv4 Headers in Wireshark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3.1: IP PDU Details
3.1.4: The IPv6 Packet Header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3.1: IP PDU Details
3.1.5: Video - Sample IPv6 Headers in Wireshark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3.2: IP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3.2: IP Vulnerabilities
3.2.1: IP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3: Attacking the Foundation </a:t>
            </a:r>
            <a:endParaRPr lang="pt-BR"/>
          </a:p>
          <a:p>
            <a:r>
              <a:rPr lang="en-US" dirty="0"/>
              <a:t>3.2: IP Vulnerabilities </a:t>
            </a:r>
            <a:endParaRPr lang="pt-BR"/>
          </a:p>
          <a:p>
            <a:r>
              <a:rPr lang="en-US" dirty="0"/>
              <a:t>3.2.2: ICMP Attacks</a:t>
            </a:r>
            <a:endParaRPr lang="pt-BR" dirty="0"/>
          </a:p>
          <a:p>
            <a:endParaRPr lang="en-US" dirty="0">
              <a:cs typeface="Calibri"/>
            </a:endParaRPr>
          </a:p>
        </p:txBody>
      </p:sp>
      <p:sp>
        <p:nvSpPr>
          <p:cNvPr id="4" name="Espaço Reservado para Número de Slide 3"/>
          <p:cNvSpPr>
            <a:spLocks noGrp="1"/>
          </p:cNvSpPr>
          <p:nvPr>
            <p:ph type="sldNum" sz="quarter" idx="5"/>
          </p:nvPr>
        </p:nvSpPr>
        <p:spPr/>
        <p:txBody>
          <a:bodyPr/>
          <a:lstStyle/>
          <a:p>
            <a:fld id="{9B0DBD4A-6EF6-4BBD-B0B0-03CDD9234AAE}" type="slidenum">
              <a:rPr lang="pt-BR"/>
              <a:t>20</a:t>
            </a:fld>
            <a:endParaRPr lang="pt-BR"/>
          </a:p>
        </p:txBody>
      </p:sp>
    </p:spTree>
    <p:extLst>
      <p:ext uri="{BB962C8B-B14F-4D97-AF65-F5344CB8AC3E}">
        <p14:creationId xmlns:p14="http://schemas.microsoft.com/office/powerpoint/2010/main" val="513680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Attacking the Foundation
3.2: IP Vulnerabilities
3.2.2: ICMP Attacks (Cont.)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3.2: IP Vulnerabilities
3.2.3: Video - Amplification, Reflection, and Spoofing Attacks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3.2: IP Vulnerabilities
3.2.4: Amplification and Reflection Attacks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3.2: IP Vulnerabilities
3.2.5: Address Spoofing Attacks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3: Attacking the Foundation</a:t>
            </a:r>
            <a:br>
              <a:rPr lang="en-US" dirty="0">
                <a:cs typeface="+mn-lt"/>
              </a:rPr>
            </a:br>
            <a:r>
              <a:rPr lang="en-US" dirty="0"/>
              <a:t>3.2: IP Vulnerabilities</a:t>
            </a:r>
            <a:br>
              <a:rPr lang="en-US" dirty="0">
                <a:cs typeface="+mn-lt"/>
              </a:rPr>
            </a:br>
            <a:r>
              <a:rPr lang="en-US" dirty="0"/>
              <a:t>3.2.5: Address Spoofing Attacks (Cont.)</a:t>
            </a:r>
          </a:p>
          <a:p>
            <a:r>
              <a:rPr lang="en-US" dirty="0"/>
              <a:t>3.2.6: Check Your Understanding - IP Vulnerabilities and Threats </a:t>
            </a:r>
            <a:br>
              <a:rPr lang="en-US" dirty="0">
                <a:cs typeface="+mn-lt"/>
              </a:rPr>
            </a:br>
            <a:endParaRPr lang="en-US">
              <a:cs typeface="Calibri"/>
            </a:endParaRPr>
          </a:p>
          <a:p>
            <a:endParaRPr lang="en-US" dirty="0">
              <a:cs typeface="Calibri"/>
            </a:endParaRPr>
          </a:p>
        </p:txBody>
      </p:sp>
      <p:sp>
        <p:nvSpPr>
          <p:cNvPr id="4" name="Espaço Reservado para Número de Slide 3"/>
          <p:cNvSpPr>
            <a:spLocks noGrp="1"/>
          </p:cNvSpPr>
          <p:nvPr>
            <p:ph type="sldNum" sz="quarter" idx="5"/>
          </p:nvPr>
        </p:nvSpPr>
        <p:spPr/>
        <p:txBody>
          <a:bodyPr/>
          <a:lstStyle/>
          <a:p>
            <a:fld id="{9B0DBD4A-6EF6-4BBD-B0B0-03CDD9234AAE}" type="slidenum">
              <a:rPr lang="pt-BR"/>
              <a:t>25</a:t>
            </a:fld>
            <a:endParaRPr lang="pt-BR"/>
          </a:p>
        </p:txBody>
      </p:sp>
    </p:spTree>
    <p:extLst>
      <p:ext uri="{BB962C8B-B14F-4D97-AF65-F5344CB8AC3E}">
        <p14:creationId xmlns:p14="http://schemas.microsoft.com/office/powerpoint/2010/main" val="12845196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3.3: TCP and UDP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3.3: TCP and UDP Vulnerabilities
3.3.1: TCP Segment Header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3.3: TCP and UDP Vulnerabilities
3.3.2: TCP Services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3: Attacking the Foundation </a:t>
            </a:r>
            <a:endParaRPr lang="pt-BR"/>
          </a:p>
          <a:p>
            <a:r>
              <a:rPr lang="en-US" dirty="0"/>
              <a:t>3.3: TCP and UDP Vulnerabilities </a:t>
            </a:r>
            <a:endParaRPr lang="en-US" dirty="0">
              <a:cs typeface="Calibri"/>
            </a:endParaRPr>
          </a:p>
          <a:p>
            <a:r>
              <a:rPr lang="en-US" dirty="0"/>
              <a:t>3.3.2: TCP Services (Cont.)</a:t>
            </a:r>
            <a:endParaRPr lang="en-US" dirty="0">
              <a:cs typeface="Calibri"/>
            </a:endParaRPr>
          </a:p>
          <a:p>
            <a:endParaRPr lang="en-US" dirty="0">
              <a:cs typeface="Calibri"/>
            </a:endParaRPr>
          </a:p>
        </p:txBody>
      </p:sp>
      <p:sp>
        <p:nvSpPr>
          <p:cNvPr id="4" name="Espaço Reservado para Número de Slide 3"/>
          <p:cNvSpPr>
            <a:spLocks noGrp="1"/>
          </p:cNvSpPr>
          <p:nvPr>
            <p:ph type="sldNum" sz="quarter" idx="5"/>
          </p:nvPr>
        </p:nvSpPr>
        <p:spPr/>
        <p:txBody>
          <a:bodyPr/>
          <a:lstStyle/>
          <a:p>
            <a:fld id="{9B0DBD4A-6EF6-4BBD-B0B0-03CDD9234AAE}" type="slidenum">
              <a:rPr lang="pt-BR"/>
              <a:t>29</a:t>
            </a:fld>
            <a:endParaRPr lang="pt-BR"/>
          </a:p>
        </p:txBody>
      </p:sp>
    </p:spTree>
    <p:extLst>
      <p:ext uri="{BB962C8B-B14F-4D97-AF65-F5344CB8AC3E}">
        <p14:creationId xmlns:p14="http://schemas.microsoft.com/office/powerpoint/2010/main" val="4034615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3.3: TCP and UDP Vulnerabilities
3.3.3: TCP Attacks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3: Attacking the Foundation </a:t>
            </a:r>
            <a:endParaRPr lang="pt-BR"/>
          </a:p>
          <a:p>
            <a:r>
              <a:rPr lang="en-US" dirty="0"/>
              <a:t>3.3: TCP and UDP Vulnerabilities </a:t>
            </a:r>
            <a:endParaRPr lang="pt-BR"/>
          </a:p>
          <a:p>
            <a:r>
              <a:rPr lang="en-US" dirty="0"/>
              <a:t>3.3.2: TCP Attacks (Cont.)</a:t>
            </a:r>
            <a:endParaRPr lang="pt-BR" dirty="0"/>
          </a:p>
          <a:p>
            <a:endParaRPr lang="en-US" dirty="0">
              <a:cs typeface="Calibri"/>
            </a:endParaRPr>
          </a:p>
        </p:txBody>
      </p:sp>
      <p:sp>
        <p:nvSpPr>
          <p:cNvPr id="4" name="Espaço Reservado para Número de Slide 3"/>
          <p:cNvSpPr>
            <a:spLocks noGrp="1"/>
          </p:cNvSpPr>
          <p:nvPr>
            <p:ph type="sldNum" sz="quarter" idx="5"/>
          </p:nvPr>
        </p:nvSpPr>
        <p:spPr/>
        <p:txBody>
          <a:bodyPr/>
          <a:lstStyle/>
          <a:p>
            <a:fld id="{9B0DBD4A-6EF6-4BBD-B0B0-03CDD9234AAE}" type="slidenum">
              <a:rPr lang="pt-BR"/>
              <a:t>31</a:t>
            </a:fld>
            <a:endParaRPr lang="pt-BR"/>
          </a:p>
        </p:txBody>
      </p:sp>
    </p:spTree>
    <p:extLst>
      <p:ext uri="{BB962C8B-B14F-4D97-AF65-F5344CB8AC3E}">
        <p14:creationId xmlns:p14="http://schemas.microsoft.com/office/powerpoint/2010/main" val="3936736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3.3: TCP and UDP Vulnerabilities
3.3.4: UDP Segment Header and Operation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dirty="0"/>
              <a:t>3: Attacking the Foundation </a:t>
            </a:r>
            <a:endParaRPr lang="pt-BR"/>
          </a:p>
          <a:p>
            <a:r>
              <a:rPr lang="en-US" dirty="0"/>
              <a:t>3.3: TCP and UDP Vulnerabilities </a:t>
            </a:r>
            <a:endParaRPr lang="pt-BR"/>
          </a:p>
          <a:p>
            <a:r>
              <a:rPr lang="en-US" dirty="0"/>
              <a:t>3.3.4: UDP Segment Header and Operation (Cont.)</a:t>
            </a:r>
            <a:endParaRPr lang="pt-BR" dirty="0"/>
          </a:p>
          <a:p>
            <a:endParaRPr lang="en-US" dirty="0">
              <a:cs typeface="Calibri"/>
            </a:endParaRPr>
          </a:p>
        </p:txBody>
      </p:sp>
      <p:sp>
        <p:nvSpPr>
          <p:cNvPr id="4" name="Espaço Reservado para Número de Slide 3"/>
          <p:cNvSpPr>
            <a:spLocks noGrp="1"/>
          </p:cNvSpPr>
          <p:nvPr>
            <p:ph type="sldNum" sz="quarter" idx="5"/>
          </p:nvPr>
        </p:nvSpPr>
        <p:spPr/>
        <p:txBody>
          <a:bodyPr/>
          <a:lstStyle/>
          <a:p>
            <a:fld id="{9B0DBD4A-6EF6-4BBD-B0B0-03CDD9234AAE}" type="slidenum">
              <a:rPr lang="pt-BR"/>
              <a:t>33</a:t>
            </a:fld>
            <a:endParaRPr lang="pt-BR"/>
          </a:p>
        </p:txBody>
      </p:sp>
    </p:spTree>
    <p:extLst>
      <p:ext uri="{BB962C8B-B14F-4D97-AF65-F5344CB8AC3E}">
        <p14:creationId xmlns:p14="http://schemas.microsoft.com/office/powerpoint/2010/main" val="40114992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3.3: TCP and UDP Vulnerabilities
3.3.5: UDP Attacks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Attacking the Foundation
3.3: TCP and UDP Vulnerabilities
3.3.5: UDP Attacks (Cont.)</a:t>
            </a:r>
            <a:endParaRPr lang="pt-BR" dirty="0"/>
          </a:p>
          <a:p>
            <a:r>
              <a:rPr lang="en-US" dirty="0"/>
              <a:t>3.3.6: Check Your Understanding - TCP and UDP Vulnerabilities
</a:t>
            </a:r>
            <a:endParaRPr lang="en-US">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3.4: Attacking the Foundation Summary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 Attacking the Foundation
3.4: Attacking the Foundation Summary
3.4.1: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Attacking the Foundation
3.4: Attacking the Foundation Summary
3.4.1: What Did I Learn in this Module?</a:t>
            </a:r>
            <a:endParaRPr lang="pt-BR" dirty="0"/>
          </a:p>
          <a:p>
            <a:endParaRPr lang="en-US" dirty="0">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8194461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39</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dirty="0"/>
              <a:t>3: Attacking the Foundation</a:t>
            </a:r>
            <a:br>
              <a:rPr lang="en-US" dirty="0">
                <a:cs typeface="+mn-lt"/>
              </a:rPr>
            </a:br>
            <a:r>
              <a:rPr lang="en-US" dirty="0"/>
              <a:t>3.4: Attacking the Foundation Summary</a:t>
            </a:r>
            <a:endParaRPr lang="en-US" dirty="0">
              <a:cs typeface="Calibri" panose="020F0502020204030204"/>
            </a:endParaRPr>
          </a:p>
          <a:p>
            <a:pPr>
              <a:lnSpc>
                <a:spcPct val="80000"/>
              </a:lnSpc>
            </a:pPr>
            <a:r>
              <a:rPr lang="en-US" dirty="0"/>
              <a:t>3.4.2: Module 3: Attacking the Foundation Quiz</a:t>
            </a:r>
            <a:br>
              <a:rPr lang="en-US" dirty="0">
                <a:cs typeface="+mn-lt"/>
              </a:rPr>
            </a:br>
            <a:br>
              <a:rPr lang="en-US" dirty="0">
                <a:cs typeface="+mn-lt"/>
              </a:rPr>
            </a:br>
            <a:endParaRPr lang="en-US">
              <a:cs typeface="Calibri"/>
            </a:endParaRPr>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a:solidFill>
                  <a:srgbClr val="AFE8FB"/>
                </a:solidFill>
                <a:latin typeface="Arial" pitchFamily="34" charset="0"/>
                <a:ea typeface="Arial" pitchFamily="34" charset="-122"/>
                <a:cs typeface="Arial" pitchFamily="34" charset="-120"/>
              </a:rPr>
              <a:t>(custom placeholder text!)</a:t>
            </a:r>
            <a:endParaRPr lang="en-US" sz="36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a:solidFill>
                  <a:srgbClr val="AFE8FB"/>
                </a:solidFill>
                <a:latin typeface="Arial" pitchFamily="34" charset="0"/>
                <a:ea typeface="Arial" pitchFamily="34" charset="-122"/>
                <a:cs typeface="Arial" pitchFamily="34" charset="-120"/>
              </a:rPr>
              <a:t>(custom placeholder text!)</a:t>
            </a:r>
            <a:endParaRPr lang="en-US" sz="420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a:solidFill>
                  <a:srgbClr val="AFE8FB"/>
                </a:solidFill>
                <a:latin typeface="Arial" pitchFamily="34" charset="0"/>
                <a:ea typeface="Arial" pitchFamily="34" charset="-122"/>
                <a:cs typeface="Arial" pitchFamily="34" charset="-120"/>
              </a:rPr>
              <a:t>(custom placeholder text!)</a:t>
            </a:r>
            <a:endParaRPr lang="en-US" sz="1200"/>
          </a:p>
        </p:txBody>
      </p:sp>
      <p:pic>
        <p:nvPicPr>
          <p:cNvPr id="4" name="Image 0" descr="C:/Users/ahungerf/git/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a:solidFill>
                  <a:srgbClr val="B1E8FA"/>
                </a:solidFill>
                <a:latin typeface="Arial" pitchFamily="34" charset="0"/>
                <a:ea typeface="Arial" pitchFamily="34" charset="-122"/>
                <a:cs typeface="Arial" pitchFamily="34" charset="-120"/>
              </a:rPr>
              <a:t>(custom placeholder text!)</a:t>
            </a:r>
            <a:endParaRPr lang="en-US" sz="4600"/>
          </a:p>
        </p:txBody>
      </p:sp>
      <p:sp>
        <p:nvSpPr>
          <p:cNvPr id="3"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4" name="Image 0" descr="C:/Users/ahungerf/git/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a:solidFill>
                  <a:srgbClr val="024C69"/>
                </a:solidFill>
                <a:latin typeface="Arial" pitchFamily="34" charset="0"/>
                <a:ea typeface="Arial" pitchFamily="34" charset="-122"/>
                <a:cs typeface="Arial" pitchFamily="34" charset="-120"/>
              </a:rPr>
              <a:t>(custom placeholder text!)</a:t>
            </a:r>
            <a:endParaRPr lang="en-US" sz="2200"/>
          </a:p>
        </p:txBody>
      </p:sp>
      <p:sp>
        <p:nvSpPr>
          <p:cNvPr id="3" name="Text 0"/>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sp>
        <p:nvSpPr>
          <p:cNvPr id="4" name="Text 0"/>
          <p:cNvSpPr/>
          <p:nvPr/>
        </p:nvSpPr>
        <p:spPr>
          <a:xfrm>
            <a:off x="914400" y="4629150"/>
            <a:ext cx="7772400" cy="228600"/>
          </a:xfrm>
          <a:prstGeom prst="rect">
            <a:avLst/>
          </a:prstGeom>
          <a:noFill/>
          <a:ln/>
        </p:spPr>
        <p:txBody>
          <a:bodyPr wrap="square" rtlCol="0" anchor="t">
            <a:normAutofit/>
          </a:bodyPr>
          <a:lstStyle/>
          <a:p>
            <a:pPr algn="r"/>
            <a:r>
              <a:rPr lang="en-US" sz="600">
                <a:solidFill>
                  <a:srgbClr val="D9D9D9"/>
                </a:solidFill>
              </a:rPr>
              <a:t>© 2020  Cisco and/or its affiliates. All rights reserved.   Cisco Confidential</a:t>
            </a:r>
            <a:endParaRPr lang="en-US" sz="600"/>
          </a:p>
        </p:txBody>
      </p:sp>
      <p:pic>
        <p:nvPicPr>
          <p:cNvPr id="5"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141182222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a:solidFill>
                <a:srgbClr val="595959"/>
              </a:solidFill>
            </a:endParaRPr>
          </a:p>
        </p:txBody>
      </p:sp>
      <p:sp>
        <p:nvSpPr>
          <p:cNvPr id="5" name="Rectangle 3"/>
          <p:cNvSpPr>
            <a:spLocks noGrp="1" noChangeArrowheads="1"/>
          </p:cNvSpPr>
          <p:nvPr>
            <p:ph idx="1"/>
          </p:nvPr>
        </p:nvSpPr>
        <p:spPr bwMode="auto">
          <a:xfrm>
            <a:off x="144065" y="798944"/>
            <a:ext cx="8853286" cy="3616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a:solidFill>
                  <a:srgbClr val="024C69"/>
                </a:solidFill>
                <a:latin typeface="Arial" pitchFamily="34" charset="0"/>
                <a:ea typeface="Arial" pitchFamily="34" charset="-122"/>
                <a:cs typeface="Arial" pitchFamily="34" charset="-120"/>
              </a:rPr>
              <a:t>(custom placeholder text!)</a:t>
            </a:r>
            <a:endParaRPr lang="en-US" sz="1600"/>
          </a:p>
        </p:txBody>
      </p:sp>
      <p:pic>
        <p:nvPicPr>
          <p:cNvPr id="4" name="Image 0" descr="C:/Users/ahungerf/git/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311363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2"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show="0">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1828800"/>
          </a:xfrm>
          <a:prstGeom prst="rect">
            <a:avLst/>
          </a:prstGeom>
          <a:noFill/>
          <a:ln/>
        </p:spPr>
        <p:txBody>
          <a:bodyPr wrap="square" rtlCol="0" anchor="t"/>
          <a:lstStyle/>
          <a:p>
            <a:pPr marL="0" indent="0">
              <a:buNone/>
            </a:pPr>
            <a:r>
              <a:rPr lang="en-US" sz="3600" dirty="0">
                <a:solidFill>
                  <a:srgbClr val="AFE8FB"/>
                </a:solidFill>
                <a:latin typeface="Arial" pitchFamily="34" charset="0"/>
                <a:ea typeface="Arial" pitchFamily="34" charset="-122"/>
                <a:cs typeface="Arial" pitchFamily="34" charset="-120"/>
              </a:rPr>
              <a:t>Module 3: Attacking the Foundation</a:t>
            </a:r>
            <a:endParaRPr lang="en-US" sz="3600" dirty="0"/>
          </a:p>
        </p:txBody>
      </p:sp>
      <p:sp>
        <p:nvSpPr>
          <p:cNvPr id="3" name="Text 1"/>
          <p:cNvSpPr/>
          <p:nvPr/>
        </p:nvSpPr>
        <p:spPr>
          <a:xfrm>
            <a:off x="457200" y="3343275"/>
            <a:ext cx="3657600" cy="455519"/>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0F6777-EE7E-2DF3-5AA1-74183F54E63B}"/>
              </a:ext>
            </a:extLst>
          </p:cNvPr>
          <p:cNvSpPr>
            <a:spLocks noGrp="1"/>
          </p:cNvSpPr>
          <p:nvPr>
            <p:ph type="body" idx="100"/>
          </p:nvPr>
        </p:nvSpPr>
        <p:spPr>
          <a:xfrm>
            <a:off x="0" y="-1"/>
            <a:ext cx="9144000" cy="457587"/>
          </a:xfrm>
        </p:spPr>
        <p:txBody>
          <a:bodyPr/>
          <a:lstStyle/>
          <a:p>
            <a:r>
              <a:rPr lang="en-US" sz="2200" dirty="0">
                <a:solidFill>
                  <a:srgbClr val="024C69"/>
                </a:solidFill>
                <a:latin typeface="Arial" pitchFamily="34" charset="0"/>
                <a:ea typeface="Arial" pitchFamily="34" charset="-122"/>
                <a:cs typeface="Arial" pitchFamily="34" charset="-120"/>
              </a:rPr>
              <a:t>Instructor Materials – Module 3 Planning Guide</a:t>
            </a:r>
            <a:endParaRPr lang="en-US" sz="2200" dirty="0"/>
          </a:p>
        </p:txBody>
      </p:sp>
      <p:sp>
        <p:nvSpPr>
          <p:cNvPr id="4" name="TextBox 3">
            <a:extLst>
              <a:ext uri="{FF2B5EF4-FFF2-40B4-BE49-F238E27FC236}">
                <a16:creationId xmlns:a16="http://schemas.microsoft.com/office/drawing/2014/main" id="{CB1C5132-2677-5B87-CDA0-997E5FA6E973}"/>
              </a:ext>
            </a:extLst>
          </p:cNvPr>
          <p:cNvSpPr txBox="1"/>
          <p:nvPr/>
        </p:nvSpPr>
        <p:spPr>
          <a:xfrm>
            <a:off x="170484" y="482689"/>
            <a:ext cx="8043621" cy="3262432"/>
          </a:xfrm>
          <a:prstGeom prst="rect">
            <a:avLst/>
          </a:prstGeom>
          <a:noFill/>
        </p:spPr>
        <p:txBody>
          <a:bodyPr wrap="square">
            <a:spAutoFit/>
          </a:body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rPr>
              <a:t>This PowerPoint deck is divided in two parts:</a:t>
            </a:r>
          </a:p>
          <a:p>
            <a:pPr marL="169545" marR="0" lvl="0" indent="-169545"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Instructor Planning Guide</a:t>
            </a:r>
            <a:endParaRPr lang="en-CA" sz="1500" b="0" i="0" u="none" strike="noStrike" kern="1200" cap="none" spc="0" normalizeH="0" baseline="0" noProof="0" dirty="0">
              <a:ln>
                <a:noFill/>
              </a:ln>
              <a:solidFill>
                <a:srgbClr val="000000"/>
              </a:solidFill>
              <a:effectLst/>
              <a:uLnTx/>
              <a:uFillTx/>
              <a:latin typeface="Arial"/>
            </a:endParaRP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rPr>
              <a:t>Teaching aids</a:t>
            </a:r>
          </a:p>
          <a:p>
            <a:pPr marL="169545" marR="0" lvl="0" indent="-169545"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rPr>
              <a:t>Instructor Class Presentation</a:t>
            </a:r>
            <a:endParaRPr lang="en-CA" sz="1500" b="0" i="0" u="none" strike="noStrike" kern="1200" cap="none" spc="0" normalizeH="0" baseline="0" noProof="0" dirty="0">
              <a:ln>
                <a:noFill/>
              </a:ln>
              <a:solidFill>
                <a:srgbClr val="000000"/>
              </a:solidFill>
              <a:effectLst/>
              <a:uLnTx/>
              <a:uFillTx/>
              <a:latin typeface="Arial"/>
            </a:endParaRP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a:rPr>
              <a:t>Begins on slide # </a:t>
            </a:r>
            <a:r>
              <a:rPr lang="en-CA" sz="1400" dirty="0">
                <a:latin typeface="Arial"/>
                <a:ea typeface="ＭＳ Ｐゴシック"/>
              </a:rPr>
              <a:t>9</a:t>
            </a:r>
            <a:endParaRPr kumimoji="0" lang="en-CA" sz="1400" b="0" i="0" u="none" strike="noStrike" kern="1200" cap="none" spc="0" normalizeH="0" baseline="0" noProof="0" dirty="0">
              <a:ln>
                <a:noFill/>
              </a:ln>
              <a:solidFill>
                <a:srgbClr val="000000"/>
              </a:solidFill>
              <a:effectLst/>
              <a:highlight>
                <a:srgbClr val="FFFF00"/>
              </a:highlight>
              <a:uLnTx/>
              <a:uFillTx/>
              <a:latin typeface="Arial"/>
              <a:ea typeface="ＭＳ Ｐゴシック" charset="0"/>
            </a:endParaRPr>
          </a:p>
          <a:p>
            <a:pPr marL="169545" indent="-169545">
              <a:spcBef>
                <a:spcPts val="0"/>
              </a:spcBef>
              <a:spcAft>
                <a:spcPts val="0"/>
              </a:spcAft>
              <a:buFont typeface="Wingdings"/>
              <a:buChar char="§"/>
            </a:pPr>
            <a:endParaRPr lang="en-CA" sz="1400" b="1" dirty="0">
              <a:ea typeface="+mn-lt"/>
              <a:cs typeface="+mn-lt"/>
            </a:endParaRPr>
          </a:p>
          <a:p>
            <a:pPr marL="0" indent="0">
              <a:spcBef>
                <a:spcPts val="0"/>
              </a:spcBef>
              <a:spcAft>
                <a:spcPts val="0"/>
              </a:spcAft>
              <a:buNone/>
            </a:pPr>
            <a:r>
              <a:rPr lang="en-CA" sz="1400" b="1" dirty="0">
                <a:latin typeface="Arial" panose="020B0604020202020204" pitchFamily="34" charset="0"/>
                <a:ea typeface="+mn-lt"/>
                <a:cs typeface="Arial" panose="020B0604020202020204" pitchFamily="34" charset="0"/>
              </a:rPr>
              <a:t>Note:</a:t>
            </a:r>
            <a:r>
              <a:rPr lang="en-CA" sz="1400" dirty="0">
                <a:latin typeface="Arial" panose="020B0604020202020204" pitchFamily="34" charset="0"/>
                <a:ea typeface="+mn-lt"/>
                <a:cs typeface="Arial" panose="020B0604020202020204" pitchFamily="34" charset="0"/>
              </a:rPr>
              <a:t> Remove the Planning Guide from this presentation before sharing it with anyone. </a:t>
            </a:r>
            <a:endParaRPr lang="en-US" sz="1400" dirty="0">
              <a:latin typeface="Arial" panose="020B0604020202020204" pitchFamily="34" charset="0"/>
              <a:ea typeface="+mn-lt"/>
              <a:cs typeface="Arial" panose="020B0604020202020204" pitchFamily="34" charset="0"/>
            </a:endParaRPr>
          </a:p>
          <a:p>
            <a:pPr marL="0" indent="0">
              <a:buNone/>
            </a:pPr>
            <a:endParaRPr lang="en-US" sz="1400" dirty="0">
              <a:solidFill>
                <a:schemeClr val="tx1">
                  <a:lumMod val="50000"/>
                </a:schemeClr>
              </a:solidFill>
              <a:ea typeface="+mn-lt"/>
              <a:cs typeface="+mn-lt"/>
            </a:endParaRPr>
          </a:p>
          <a:p>
            <a:pPr marL="0" indent="0">
              <a:buNone/>
            </a:pPr>
            <a:endParaRPr lang="en-CA" sz="1400" dirty="0">
              <a:solidFill>
                <a:schemeClr val="tx1">
                  <a:lumMod val="50000"/>
                </a:schemeClr>
              </a:solidFill>
              <a:ea typeface="ＭＳ Ｐゴシック"/>
            </a:endParaRPr>
          </a:p>
        </p:txBody>
      </p:sp>
    </p:spTree>
    <p:extLst>
      <p:ext uri="{BB962C8B-B14F-4D97-AF65-F5344CB8AC3E}">
        <p14:creationId xmlns:p14="http://schemas.microsoft.com/office/powerpoint/2010/main" val="3347062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16984BAC-BA85-8ACE-3156-98B2ABD563E3}"/>
              </a:ext>
            </a:extLst>
          </p:cNvPr>
          <p:cNvSpPr txBox="1">
            <a:spLocks/>
          </p:cNvSpPr>
          <p:nvPr/>
        </p:nvSpPr>
        <p:spPr>
          <a:xfrm>
            <a:off x="0" y="7749"/>
            <a:ext cx="9144000" cy="358140"/>
          </a:xfrm>
          <a:prstGeom prst="rect">
            <a:avLst/>
          </a:prstGeom>
          <a:noFill/>
          <a:ln/>
        </p:spPr>
        <p:txBody>
          <a:bodyPr wrap="square" rtlCol="0" anchor="t"/>
          <a:lstStyle>
            <a:lvl1pPr marL="0" indent="0" algn="l" defTabSz="914400" rtl="0" eaLnBrk="1" latinLnBrk="0" hangingPunct="1">
              <a:spcBef>
                <a:spcPct val="20000"/>
              </a:spcBef>
              <a:buFont typeface="Arial" pitchFamily="34" charset="0"/>
              <a:buNone/>
              <a:defRPr lang="en-US" sz="1600" kern="1200" dirty="0">
                <a:solidFill>
                  <a:srgbClr val="024C69"/>
                </a:solidFill>
                <a:latin typeface="Arial" pitchFamily="34" charset="0"/>
                <a:ea typeface="Arial" pitchFamily="34" charset="-122"/>
                <a:cs typeface="Arial"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200" dirty="0"/>
              <a:t>What to Expect in this Module</a:t>
            </a:r>
          </a:p>
        </p:txBody>
      </p:sp>
      <p:sp>
        <p:nvSpPr>
          <p:cNvPr id="4" name="Text 1">
            <a:extLst>
              <a:ext uri="{FF2B5EF4-FFF2-40B4-BE49-F238E27FC236}">
                <a16:creationId xmlns:a16="http://schemas.microsoft.com/office/drawing/2014/main" id="{5EC1B34D-B3D4-95D3-96DB-11E1FC94ECA3}"/>
              </a:ext>
            </a:extLst>
          </p:cNvPr>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6" name="Table 5">
            <a:extLst>
              <a:ext uri="{FF2B5EF4-FFF2-40B4-BE49-F238E27FC236}">
                <a16:creationId xmlns:a16="http://schemas.microsoft.com/office/drawing/2014/main" id="{F6DDF5FD-6F98-4F53-84D1-00E32634B862}"/>
              </a:ext>
            </a:extLst>
          </p:cNvPr>
          <p:cNvGraphicFramePr>
            <a:graphicFrameLocks noGrp="1"/>
          </p:cNvGraphicFramePr>
          <p:nvPr>
            <p:extLst>
              <p:ext uri="{D42A27DB-BD31-4B8C-83A1-F6EECF244321}">
                <p14:modId xmlns:p14="http://schemas.microsoft.com/office/powerpoint/2010/main" val="498338459"/>
              </p:ext>
            </p:extLst>
          </p:nvPr>
        </p:nvGraphicFramePr>
        <p:xfrm>
          <a:off x="224167" y="967080"/>
          <a:ext cx="8557528" cy="3393207"/>
        </p:xfrm>
        <a:graphic>
          <a:graphicData uri="http://schemas.openxmlformats.org/drawingml/2006/table">
            <a:tbl>
              <a:tblPr firstRow="1" bandRow="1">
                <a:tableStyleId>{5C22544A-7EE6-4342-B048-85BDC9FD1C3A}</a:tableStyleId>
              </a:tblPr>
              <a:tblGrid>
                <a:gridCol w="2223828">
                  <a:extLst>
                    <a:ext uri="{9D8B030D-6E8A-4147-A177-3AD203B41FA5}">
                      <a16:colId xmlns:a16="http://schemas.microsoft.com/office/drawing/2014/main" val="200107645"/>
                    </a:ext>
                  </a:extLst>
                </a:gridCol>
                <a:gridCol w="6333700">
                  <a:extLst>
                    <a:ext uri="{9D8B030D-6E8A-4147-A177-3AD203B41FA5}">
                      <a16:colId xmlns:a16="http://schemas.microsoft.com/office/drawing/2014/main" val="2648404099"/>
                    </a:ext>
                  </a:extLst>
                </a:gridCol>
              </a:tblGrid>
              <a:tr h="265091">
                <a:tc>
                  <a:txBody>
                    <a:bodyPr/>
                    <a:lstStyle/>
                    <a:p>
                      <a:r>
                        <a:rPr lang="en-US" sz="1400" dirty="0">
                          <a:latin typeface="Arial"/>
                          <a:cs typeface="Arial"/>
                        </a:rPr>
                        <a:t>Feature</a:t>
                      </a:r>
                    </a:p>
                  </a:txBody>
                  <a:tcPr/>
                </a:tc>
                <a:tc>
                  <a:txBody>
                    <a:bodyPr/>
                    <a:lstStyle/>
                    <a:p>
                      <a:r>
                        <a:rPr lang="en-US" sz="1400" dirty="0">
                          <a:latin typeface="Arial"/>
                          <a:cs typeface="Arial"/>
                        </a:rPr>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Arial"/>
                          <a:cs typeface="Arial"/>
                        </a:rPr>
                        <a:t>Avatar</a:t>
                      </a:r>
                    </a:p>
                  </a:txBody>
                  <a:tcPr marL="9525" marR="9525" marT="9525" marB="0" anchor="ctr"/>
                </a:tc>
                <a:tc>
                  <a:txBody>
                    <a:bodyPr/>
                    <a:lstStyle/>
                    <a:p>
                      <a:pPr marL="0" marR="0" lvl="0" indent="0" algn="l">
                        <a:lnSpc>
                          <a:spcPct val="100000"/>
                        </a:lnSpc>
                        <a:spcBef>
                          <a:spcPts val="0"/>
                        </a:spcBef>
                        <a:spcAft>
                          <a:spcPts val="0"/>
                        </a:spcAft>
                        <a:buNone/>
                      </a:pPr>
                      <a:r>
                        <a:rPr lang="en-US" sz="1400" b="0" i="0" u="none" strike="noStrike" noProof="0" dirty="0">
                          <a:latin typeface="Arial" panose="020B0604020202020204" pitchFamily="34" charset="0"/>
                          <a:cs typeface="Arial" panose="020B0604020202020204" pitchFamily="34" charset="0"/>
                        </a:rPr>
                        <a:t>A virtual character representing a subject matter expert adds contextual information to the students' skills and helps them connect the dots by asking open-reflection questions. </a:t>
                      </a: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78002380"/>
                  </a:ext>
                </a:extLst>
              </a:tr>
              <a:tr h="331556">
                <a:tc>
                  <a:txBody>
                    <a:bodyPr/>
                    <a:lstStyle/>
                    <a:p>
                      <a:pPr algn="l" fontAlgn="b"/>
                      <a:r>
                        <a:rPr lang="en-US" sz="1400" b="0" i="0" u="none" strike="noStrike" dirty="0">
                          <a:solidFill>
                            <a:srgbClr val="000000"/>
                          </a:solidFill>
                          <a:effectLst/>
                          <a:latin typeface="Arial"/>
                          <a:cs typeface="Arial"/>
                        </a:rPr>
                        <a:t>Animations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Videos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dirty="0">
                          <a:latin typeface="Arial"/>
                          <a:cs typeface="Arial"/>
                        </a:rPr>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Check Your Understanding</a:t>
                      </a:r>
                    </a:p>
                  </a:txBody>
                  <a:tcPr marL="9525" marR="9525" marT="9525" marB="0" anchor="ctr"/>
                </a:tc>
                <a:tc>
                  <a:txBody>
                    <a:bodyPr/>
                    <a:lstStyle/>
                    <a:p>
                      <a:r>
                        <a:rPr lang="en-US" sz="1400" dirty="0">
                          <a:latin typeface="Arial"/>
                          <a:cs typeface="Arial"/>
                        </a:rPr>
                        <a:t>Per topic online quiz to help learners gauge content understanding. </a:t>
                      </a:r>
                      <a:endParaRPr lang="en-US" sz="1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Arial"/>
                          <a:cs typeface="Arial"/>
                        </a:rPr>
                        <a:t>Interactive Activities</a:t>
                      </a:r>
                    </a:p>
                  </a:txBody>
                  <a:tcPr marL="9525" marR="9525" marT="9525" marB="0" anchor="ctr"/>
                </a:tc>
                <a:tc>
                  <a:txBody>
                    <a:bodyPr/>
                    <a:lstStyle/>
                    <a:p>
                      <a:r>
                        <a:rPr lang="en-US" sz="1400" dirty="0">
                          <a:latin typeface="Arial"/>
                          <a:cs typeface="Arial"/>
                        </a:rP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Arial"/>
                          <a:cs typeface="Arial"/>
                        </a:rPr>
                        <a:t>Syntax Checker</a:t>
                      </a:r>
                    </a:p>
                  </a:txBody>
                  <a:tcPr marL="9525" marR="9525" marT="9525" marB="0" anchor="ctr"/>
                </a:tc>
                <a:tc>
                  <a:txBody>
                    <a:bodyPr/>
                    <a:lstStyle/>
                    <a:p>
                      <a:r>
                        <a:rPr lang="en-US" sz="1400" dirty="0">
                          <a:latin typeface="Arial"/>
                          <a:cs typeface="Arial"/>
                        </a:rPr>
                        <a:t>Small simulations expose learners to the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Arial"/>
                          <a:cs typeface="Arial"/>
                        </a:rPr>
                        <a:t>PT Activity</a:t>
                      </a:r>
                    </a:p>
                  </a:txBody>
                  <a:tcPr marL="9525" marR="9525" marT="9525" marB="0" anchor="ctr"/>
                </a:tc>
                <a:tc>
                  <a:txBody>
                    <a:bodyPr/>
                    <a:lstStyle/>
                    <a:p>
                      <a:r>
                        <a:rPr lang="en-US" sz="1400" dirty="0">
                          <a:latin typeface="Arial"/>
                          <a:cs typeface="Arial"/>
                        </a:rPr>
                        <a:t>Simulation and modeling activities explore, acquire, reinforce, and expand skills.</a:t>
                      </a:r>
                    </a:p>
                  </a:txBody>
                  <a:tcPr/>
                </a:tc>
                <a:extLst>
                  <a:ext uri="{0D108BD9-81ED-4DB2-BD59-A6C34878D82A}">
                    <a16:rowId xmlns:a16="http://schemas.microsoft.com/office/drawing/2014/main" val="3727131555"/>
                  </a:ext>
                </a:extLst>
              </a:tr>
            </a:tbl>
          </a:graphicData>
        </a:graphic>
      </p:graphicFrame>
    </p:spTree>
    <p:extLst>
      <p:ext uri="{BB962C8B-B14F-4D97-AF65-F5344CB8AC3E}">
        <p14:creationId xmlns:p14="http://schemas.microsoft.com/office/powerpoint/2010/main" val="1863767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35814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What to Expect in this Module (Cont.)</a:t>
            </a:r>
            <a:endParaRPr lang="en-US" sz="2200" dirty="0"/>
          </a:p>
        </p:txBody>
      </p:sp>
      <p:sp>
        <p:nvSpPr>
          <p:cNvPr id="3" name="Text 1"/>
          <p:cNvSpPr/>
          <p:nvPr/>
        </p:nvSpPr>
        <p:spPr>
          <a:xfrm>
            <a:off x="0" y="457200"/>
            <a:ext cx="8229600" cy="358140"/>
          </a:xfrm>
          <a:prstGeom prst="rect">
            <a:avLst/>
          </a:prstGeom>
          <a:noFill/>
          <a:ln/>
        </p:spPr>
        <p:txBody>
          <a:bodyPr wrap="square" rtlCol="0" anchor="t"/>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within the UI may be included in this module:</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Char char="§"/>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4</a:t>
            </a:fld>
            <a:endParaRPr lang="en-US"/>
          </a:p>
        </p:txBody>
      </p:sp>
      <p:graphicFrame>
        <p:nvGraphicFramePr>
          <p:cNvPr id="4" name="Content Placeholder 3">
            <a:extLst>
              <a:ext uri="{FF2B5EF4-FFF2-40B4-BE49-F238E27FC236}">
                <a16:creationId xmlns:a16="http://schemas.microsoft.com/office/drawing/2014/main" id="{74BDC3A2-25BF-088E-7180-9A2D59018DFF}"/>
              </a:ext>
            </a:extLst>
          </p:cNvPr>
          <p:cNvGraphicFramePr>
            <a:graphicFrameLocks/>
          </p:cNvGraphicFramePr>
          <p:nvPr/>
        </p:nvGraphicFramePr>
        <p:xfrm>
          <a:off x="375270" y="1139190"/>
          <a:ext cx="8311530" cy="1432560"/>
        </p:xfrm>
        <a:graphic>
          <a:graphicData uri="http://schemas.openxmlformats.org/drawingml/2006/table">
            <a:tbl>
              <a:tblPr firstRow="1" bandRow="1">
                <a:tableStyleId>{5C22544A-7EE6-4342-B048-85BDC9FD1C3A}</a:tableStyleId>
              </a:tblPr>
              <a:tblGrid>
                <a:gridCol w="2106366">
                  <a:extLst>
                    <a:ext uri="{9D8B030D-6E8A-4147-A177-3AD203B41FA5}">
                      <a16:colId xmlns:a16="http://schemas.microsoft.com/office/drawing/2014/main" val="3215831619"/>
                    </a:ext>
                  </a:extLst>
                </a:gridCol>
                <a:gridCol w="6205164">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Arial" panose="020B0604020202020204" pitchFamily="34" charset="0"/>
                          <a:cs typeface="Arial" panose="020B0604020202020204" pitchFamily="34" charset="0"/>
                        </a:rPr>
                        <a:t>Feature</a:t>
                      </a:r>
                    </a:p>
                  </a:txBody>
                  <a:tcPr marL="9525" marR="9525" marT="9525" marB="0" anchor="b"/>
                </a:tc>
                <a:tc>
                  <a:txBody>
                    <a:bodyPr/>
                    <a:lstStyle/>
                    <a:p>
                      <a:r>
                        <a:rPr lang="en-US" sz="1400" dirty="0">
                          <a:latin typeface="Arial" panose="020B0604020202020204" pitchFamily="34" charset="0"/>
                          <a:cs typeface="Arial" panose="020B0604020202020204" pitchFamily="34" charset="0"/>
                        </a:rPr>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Hands-On Labs</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Labs designed for working with physical equipment.</a:t>
                      </a:r>
                    </a:p>
                  </a:txBody>
                  <a:tcPr/>
                </a:tc>
                <a:extLst>
                  <a:ext uri="{0D108BD9-81ED-4DB2-BD59-A6C34878D82A}">
                    <a16:rowId xmlns:a16="http://schemas.microsoft.com/office/drawing/2014/main" val="2258594367"/>
                  </a:ext>
                </a:extLst>
              </a:tr>
              <a:tr h="265091">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Module Quizzes</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Arial" panose="020B0604020202020204" pitchFamily="34" charset="0"/>
                          <a:cs typeface="Arial" panose="020B0604020202020204" pitchFamily="34" charset="0"/>
                        </a:rPr>
                        <a:t>Module Summary</a:t>
                      </a:r>
                    </a:p>
                  </a:txBody>
                  <a:tcPr marL="9525" marR="9525" marT="9525" marB="0" anchor="ctr"/>
                </a:tc>
                <a:tc>
                  <a:txBody>
                    <a:bodyPr/>
                    <a:lstStyle/>
                    <a:p>
                      <a:r>
                        <a:rPr lang="en-US" sz="1400" dirty="0">
                          <a:latin typeface="Arial" panose="020B0604020202020204" pitchFamily="34" charset="0"/>
                          <a:cs typeface="Arial" panose="020B0604020202020204" pitchFamily="34" charset="0"/>
                        </a:rPr>
                        <a:t>Briefly recaps module content.</a:t>
                      </a:r>
                    </a:p>
                  </a:txBody>
                  <a:tcPr/>
                </a:tc>
                <a:extLst>
                  <a:ext uri="{0D108BD9-81ED-4DB2-BD59-A6C34878D82A}">
                    <a16:rowId xmlns:a16="http://schemas.microsoft.com/office/drawing/2014/main" val="2267046280"/>
                  </a:ext>
                </a:extLst>
              </a:tr>
            </a:tbl>
          </a:graphicData>
        </a:graphic>
      </p:graphicFrame>
    </p:spTree>
    <p:extLst>
      <p:ext uri="{BB962C8B-B14F-4D97-AF65-F5344CB8AC3E}">
        <p14:creationId xmlns:p14="http://schemas.microsoft.com/office/powerpoint/2010/main" val="2226954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1"/>
            <a:ext cx="9144000" cy="375385"/>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Check Your Understanding</a:t>
            </a:r>
            <a:endParaRPr lang="en-US" sz="2200" dirty="0"/>
          </a:p>
        </p:txBody>
      </p:sp>
      <p:sp>
        <p:nvSpPr>
          <p:cNvPr id="4" name="Rectangle 34">
            <a:extLst>
              <a:ext uri="{FF2B5EF4-FFF2-40B4-BE49-F238E27FC236}">
                <a16:creationId xmlns:a16="http://schemas.microsoft.com/office/drawing/2014/main" id="{31E8D1AB-6919-3FF9-F586-59A9DEAF6AD3}"/>
              </a:ext>
            </a:extLst>
          </p:cNvPr>
          <p:cNvSpPr txBox="1">
            <a:spLocks noChangeArrowheads="1"/>
          </p:cNvSpPr>
          <p:nvPr/>
        </p:nvSpPr>
        <p:spPr>
          <a:xfrm>
            <a:off x="145357" y="965201"/>
            <a:ext cx="8878570" cy="3643747"/>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ct val="30000"/>
              </a:spcBef>
            </a:pPr>
            <a:r>
              <a:rPr lang="en-US" sz="1500" dirty="0">
                <a:latin typeface="Arial" panose="020B0604020202020204" pitchFamily="34" charset="0"/>
                <a:cs typeface="Arial" panose="020B0604020202020204" pitchFamily="34" charset="0"/>
              </a:rPr>
              <a:t>Check Your Understanding activities are designed to let students quickly determine if they understand the content and can proceed, or if they need to review. </a:t>
            </a:r>
          </a:p>
          <a:p>
            <a:pPr>
              <a:spcBef>
                <a:spcPct val="30000"/>
              </a:spcBef>
            </a:pPr>
            <a:r>
              <a:rPr lang="en-US" sz="1500" dirty="0">
                <a:latin typeface="Arial" panose="020B0604020202020204" pitchFamily="34" charset="0"/>
                <a:cs typeface="Arial" panose="020B0604020202020204" pitchFamily="34" charset="0"/>
              </a:rPr>
              <a:t>Check Your Understanding activities </a:t>
            </a:r>
            <a:r>
              <a:rPr lang="en-US" sz="1500" b="1" i="1" dirty="0">
                <a:latin typeface="Arial" panose="020B0604020202020204" pitchFamily="34" charset="0"/>
                <a:cs typeface="Arial" panose="020B0604020202020204" pitchFamily="34" charset="0"/>
              </a:rPr>
              <a:t>do not </a:t>
            </a:r>
            <a:r>
              <a:rPr lang="en-US" sz="1500" dirty="0">
                <a:latin typeface="Arial" panose="020B0604020202020204" pitchFamily="34" charset="0"/>
                <a:cs typeface="Arial" panose="020B0604020202020204" pitchFamily="34" charset="0"/>
              </a:rPr>
              <a:t>affect student grades.</a:t>
            </a:r>
          </a:p>
          <a:p>
            <a:pPr>
              <a:spcBef>
                <a:spcPct val="30000"/>
              </a:spcBef>
            </a:pPr>
            <a:r>
              <a:rPr lang="en-US" sz="1500" dirty="0">
                <a:latin typeface="Arial" panose="020B0604020202020204" pitchFamily="34" charset="0"/>
                <a:cs typeface="Arial" panose="020B0604020202020204" pitchFamily="34" charset="0"/>
              </a:rPr>
              <a:t>There are no separate slides for these activities in the PPT. They are listed in the notes area of the slide that appears before these activities.</a:t>
            </a:r>
          </a:p>
          <a:p>
            <a:pPr marL="0" indent="0">
              <a:spcBef>
                <a:spcPct val="30000"/>
              </a:spcBef>
              <a:buFont typeface="Arial" pitchFamily="34" charset="0"/>
              <a:buNone/>
            </a:pPr>
            <a:endParaRPr lang="en-US" sz="1500" dirty="0">
              <a:latin typeface="Arial" panose="020B0604020202020204" pitchFamily="34" charset="0"/>
              <a:cs typeface="Arial" panose="020B0604020202020204" pitchFamily="34" charset="0"/>
            </a:endParaRPr>
          </a:p>
          <a:p>
            <a:pPr>
              <a:spcBef>
                <a:spcPct val="30000"/>
              </a:spcBef>
            </a:pPr>
            <a:endParaRPr lang="en-US" sz="15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Module 3: Activities</a:t>
            </a:r>
            <a:endParaRPr lang="en-US" sz="2200" dirty="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36631" y="435393"/>
            <a:ext cx="8695135" cy="34841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Font typeface="Arial" pitchFamily="34" charset="0"/>
              <a:buNone/>
            </a:pPr>
            <a:r>
              <a:rPr lang="en-US" sz="1400" dirty="0">
                <a:latin typeface="Arial" panose="020B0604020202020204" pitchFamily="34" charset="0"/>
                <a:cs typeface="Arial" panose="020B0604020202020204" pitchFamily="34" charset="0"/>
              </a:rPr>
              <a:t>What activities are associated with this module?</a:t>
            </a: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824219661"/>
              </p:ext>
            </p:extLst>
          </p:nvPr>
        </p:nvGraphicFramePr>
        <p:xfrm>
          <a:off x="332072" y="774917"/>
          <a:ext cx="8479856" cy="2474841"/>
        </p:xfrm>
        <a:graphic>
          <a:graphicData uri="http://schemas.openxmlformats.org/drawingml/2006/table">
            <a:tbl>
              <a:tblPr firstRow="1" bandRow="1">
                <a:tableStyleId>{5C22544A-7EE6-4342-B048-85BDC9FD1C3A}</a:tableStyleId>
              </a:tblPr>
              <a:tblGrid>
                <a:gridCol w="1046785">
                  <a:extLst>
                    <a:ext uri="{9D8B030D-6E8A-4147-A177-3AD203B41FA5}">
                      <a16:colId xmlns:a16="http://schemas.microsoft.com/office/drawing/2014/main" val="314965042"/>
                    </a:ext>
                  </a:extLst>
                </a:gridCol>
                <a:gridCol w="1837041">
                  <a:extLst>
                    <a:ext uri="{9D8B030D-6E8A-4147-A177-3AD203B41FA5}">
                      <a16:colId xmlns:a16="http://schemas.microsoft.com/office/drawing/2014/main" val="1540795028"/>
                    </a:ext>
                  </a:extLst>
                </a:gridCol>
                <a:gridCol w="3897171">
                  <a:extLst>
                    <a:ext uri="{9D8B030D-6E8A-4147-A177-3AD203B41FA5}">
                      <a16:colId xmlns:a16="http://schemas.microsoft.com/office/drawing/2014/main" val="2968452238"/>
                    </a:ext>
                  </a:extLst>
                </a:gridCol>
                <a:gridCol w="1698859">
                  <a:extLst>
                    <a:ext uri="{9D8B030D-6E8A-4147-A177-3AD203B41FA5}">
                      <a16:colId xmlns:a16="http://schemas.microsoft.com/office/drawing/2014/main" val="286226043"/>
                    </a:ext>
                  </a:extLst>
                </a:gridCol>
              </a:tblGrid>
              <a:tr h="433951">
                <a:tc>
                  <a:txBody>
                    <a:bodyPr/>
                    <a:lstStyle/>
                    <a:p>
                      <a:pPr algn="ctr"/>
                      <a:r>
                        <a:rPr lang="en-US" sz="1400" dirty="0">
                          <a:latin typeface="Arial" panose="020B0604020202020204" pitchFamily="34" charset="0"/>
                          <a:cs typeface="Arial" panose="020B0604020202020204" pitchFamily="34" charset="0"/>
                        </a:rPr>
                        <a:t>Page #</a:t>
                      </a:r>
                    </a:p>
                  </a:txBody>
                  <a:tcPr/>
                </a:tc>
                <a:tc>
                  <a:txBody>
                    <a:bodyPr/>
                    <a:lstStyle/>
                    <a:p>
                      <a:pPr algn="ctr"/>
                      <a:r>
                        <a:rPr lang="en-US" sz="1400" dirty="0">
                          <a:latin typeface="Arial" panose="020B0604020202020204" pitchFamily="34" charset="0"/>
                          <a:cs typeface="Arial" panose="020B0604020202020204" pitchFamily="34" charset="0"/>
                        </a:rPr>
                        <a:t>Activity</a:t>
                      </a:r>
                    </a:p>
                  </a:txBody>
                  <a:tcPr/>
                </a:tc>
                <a:tc>
                  <a:txBody>
                    <a:bodyPr/>
                    <a:lstStyle/>
                    <a:p>
                      <a:pPr algn="ctr"/>
                      <a:r>
                        <a:rPr lang="en-US" sz="1400" dirty="0">
                          <a:latin typeface="Arial" panose="020B0604020202020204" pitchFamily="34" charset="0"/>
                          <a:cs typeface="Arial" panose="020B0604020202020204" pitchFamily="34" charset="0"/>
                        </a:rPr>
                        <a:t>Activity Name</a:t>
                      </a:r>
                    </a:p>
                  </a:txBody>
                  <a:tcPr/>
                </a:tc>
                <a:tc>
                  <a:txBody>
                    <a:bodyPr/>
                    <a:lstStyle/>
                    <a:p>
                      <a:pPr algn="ctr"/>
                      <a:r>
                        <a:rPr lang="en-US" sz="1400" dirty="0">
                          <a:latin typeface="Arial" panose="020B0604020202020204" pitchFamily="34" charset="0"/>
                          <a:cs typeface="Arial" panose="020B0604020202020204" pitchFamily="34" charset="0"/>
                        </a:rPr>
                        <a:t>Optional?</a:t>
                      </a:r>
                    </a:p>
                  </a:txBody>
                  <a:tcPr/>
                </a:tc>
                <a:extLst>
                  <a:ext uri="{0D108BD9-81ED-4DB2-BD59-A6C34878D82A}">
                    <a16:rowId xmlns:a16="http://schemas.microsoft.com/office/drawing/2014/main" val="317262977"/>
                  </a:ext>
                </a:extLst>
              </a:tr>
              <a:tr h="370840">
                <a:tc>
                  <a:txBody>
                    <a:bodyPr/>
                    <a:lstStyle/>
                    <a:p>
                      <a:pPr algn="ctr" fontAlgn="t"/>
                      <a:r>
                        <a:rPr lang="en-US" sz="1400" b="0" i="0" u="none" strike="noStrike" dirty="0">
                          <a:solidFill>
                            <a:srgbClr val="000000"/>
                          </a:solidFill>
                          <a:effectLst/>
                          <a:latin typeface="Arial"/>
                        </a:rPr>
                        <a:t>3.1.3</a:t>
                      </a:r>
                    </a:p>
                  </a:txBody>
                  <a:tcPr marL="6350" marR="6350" marT="6350" marB="0" anchor="ctr"/>
                </a:tc>
                <a:tc>
                  <a:txBody>
                    <a:bodyPr/>
                    <a:lstStyle/>
                    <a:p>
                      <a:pPr algn="l" fontAlgn="t"/>
                      <a:r>
                        <a:rPr lang="en-US" sz="1400" b="0" i="0" u="none" strike="noStrike" dirty="0">
                          <a:solidFill>
                            <a:srgbClr val="000000"/>
                          </a:solidFill>
                          <a:effectLst/>
                          <a:latin typeface="Arial"/>
                        </a:rPr>
                        <a:t>Video</a:t>
                      </a:r>
                    </a:p>
                  </a:txBody>
                  <a:tcPr marL="6350" marR="6350" marT="6350" marB="0" anchor="ctr"/>
                </a:tc>
                <a:tc>
                  <a:txBody>
                    <a:bodyPr/>
                    <a:lstStyle/>
                    <a:p>
                      <a:pPr lvl="0" algn="l">
                        <a:buNone/>
                      </a:pPr>
                      <a:r>
                        <a:rPr lang="en-US" sz="1400" b="0" i="0" u="none" strike="noStrike" kern="1200" noProof="0" dirty="0">
                          <a:solidFill>
                            <a:srgbClr val="000000"/>
                          </a:solidFill>
                          <a:effectLst/>
                          <a:latin typeface="Arial"/>
                          <a:ea typeface="+mn-ea"/>
                          <a:cs typeface="+mn-cs"/>
                        </a:rPr>
                        <a:t>Video - Sample IPv4 Headers in Wireshark</a:t>
                      </a:r>
                      <a:endParaRPr lang="en-US" sz="1400" b="0" i="0" u="none" strike="noStrike" kern="1200" dirty="0">
                        <a:solidFill>
                          <a:srgbClr val="000000"/>
                        </a:solidFill>
                        <a:effectLst/>
                        <a:latin typeface="Arial"/>
                        <a:ea typeface="+mn-ea"/>
                        <a:cs typeface="+mn-cs"/>
                      </a:endParaRPr>
                    </a:p>
                  </a:txBody>
                  <a:tcPr marL="6350" marR="6350" marT="6350" marB="0" anchor="ctr"/>
                </a:tc>
                <a:tc>
                  <a:txBody>
                    <a:bodyPr/>
                    <a:lstStyle/>
                    <a:p>
                      <a:pPr algn="ctr"/>
                      <a:r>
                        <a:rPr lang="en-US" sz="1400" b="0" i="0" u="none" strike="noStrike" kern="1200" dirty="0">
                          <a:solidFill>
                            <a:srgbClr val="000000"/>
                          </a:solidFill>
                          <a:effectLst/>
                          <a:latin typeface="Arial"/>
                          <a:ea typeface="+mn-ea"/>
                          <a:cs typeface="+mn-cs"/>
                        </a:rPr>
                        <a:t>Recommended</a:t>
                      </a:r>
                    </a:p>
                  </a:txBody>
                  <a:tcPr anchor="ctr"/>
                </a:tc>
                <a:extLst>
                  <a:ext uri="{0D108BD9-81ED-4DB2-BD59-A6C34878D82A}">
                    <a16:rowId xmlns:a16="http://schemas.microsoft.com/office/drawing/2014/main" val="808838465"/>
                  </a:ext>
                </a:extLst>
              </a:tr>
              <a:tr h="370840">
                <a:tc>
                  <a:txBody>
                    <a:bodyPr/>
                    <a:lstStyle/>
                    <a:p>
                      <a:pPr algn="ctr" fontAlgn="t"/>
                      <a:r>
                        <a:rPr lang="en-US" sz="1400" b="0" i="0" u="none" strike="noStrike" dirty="0">
                          <a:solidFill>
                            <a:srgbClr val="000000"/>
                          </a:solidFill>
                          <a:effectLst/>
                          <a:latin typeface="Arial"/>
                        </a:rPr>
                        <a:t>3.1.5</a:t>
                      </a:r>
                    </a:p>
                  </a:txBody>
                  <a:tcPr marL="6350" marR="6350" marT="6350" marB="0" anchor="ctr"/>
                </a:tc>
                <a:tc>
                  <a:txBody>
                    <a:bodyPr/>
                    <a:lstStyle/>
                    <a:p>
                      <a:pPr algn="l" fontAlgn="t"/>
                      <a:r>
                        <a:rPr lang="en-US" sz="1400" b="0" i="0" u="none" strike="noStrike" dirty="0">
                          <a:solidFill>
                            <a:srgbClr val="000000"/>
                          </a:solidFill>
                          <a:effectLst/>
                          <a:latin typeface="Arial"/>
                        </a:rPr>
                        <a:t>Video</a:t>
                      </a:r>
                    </a:p>
                  </a:txBody>
                  <a:tcPr marL="6350" marR="6350" marT="6350" marB="0" anchor="ctr"/>
                </a:tc>
                <a:tc>
                  <a:txBody>
                    <a:bodyPr/>
                    <a:lstStyle/>
                    <a:p>
                      <a:pPr algn="l" fontAlgn="t"/>
                      <a:r>
                        <a:rPr lang="en-US" sz="1400" b="0" i="0" u="none" strike="noStrike" dirty="0">
                          <a:solidFill>
                            <a:srgbClr val="000000"/>
                          </a:solidFill>
                          <a:effectLst/>
                          <a:latin typeface="Arial"/>
                        </a:rPr>
                        <a:t>Video - </a:t>
                      </a:r>
                      <a:r>
                        <a:rPr lang="en-US" sz="1400" b="0" i="0" u="none" strike="noStrike" kern="1200" noProof="0" dirty="0">
                          <a:solidFill>
                            <a:srgbClr val="000000"/>
                          </a:solidFill>
                          <a:effectLst/>
                          <a:latin typeface="Arial"/>
                          <a:ea typeface="+mn-ea"/>
                          <a:cs typeface="+mn-cs"/>
                        </a:rPr>
                        <a:t>Sample IPv6 Headers in Wireshark</a:t>
                      </a:r>
                      <a:endParaRPr lang="en-US" sz="1400" b="0" i="0" u="none" strike="noStrike" kern="1200" dirty="0">
                        <a:solidFill>
                          <a:srgbClr val="000000"/>
                        </a:solidFill>
                        <a:effectLst/>
                        <a:latin typeface="Arial"/>
                        <a:ea typeface="+mn-ea"/>
                        <a:cs typeface="+mn-cs"/>
                      </a:endParaRPr>
                    </a:p>
                  </a:txBody>
                  <a:tcPr marL="6350" marR="6350" marT="635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u="none" strike="noStrike" kern="1200" dirty="0">
                          <a:solidFill>
                            <a:srgbClr val="000000"/>
                          </a:solidFill>
                          <a:effectLst/>
                          <a:latin typeface="Arial"/>
                          <a:ea typeface="+mn-ea"/>
                          <a:cs typeface="+mn-cs"/>
                        </a:rPr>
                        <a:t>Recommended</a:t>
                      </a:r>
                    </a:p>
                  </a:txBody>
                  <a:tcPr anchor="ctr"/>
                </a:tc>
                <a:extLst>
                  <a:ext uri="{0D108BD9-81ED-4DB2-BD59-A6C34878D82A}">
                    <a16:rowId xmlns:a16="http://schemas.microsoft.com/office/drawing/2014/main" val="336137477"/>
                  </a:ext>
                </a:extLst>
              </a:tr>
              <a:tr h="370840">
                <a:tc>
                  <a:txBody>
                    <a:bodyPr/>
                    <a:lstStyle/>
                    <a:p>
                      <a:pPr algn="ctr" fontAlgn="t"/>
                      <a:r>
                        <a:rPr lang="en-US" sz="1400" b="0" i="0" u="none" strike="noStrike" dirty="0">
                          <a:solidFill>
                            <a:srgbClr val="000000"/>
                          </a:solidFill>
                          <a:effectLst/>
                          <a:latin typeface="Arial"/>
                        </a:rPr>
                        <a:t>3.2.3</a:t>
                      </a:r>
                    </a:p>
                  </a:txBody>
                  <a:tcPr marL="6350" marR="6350" marT="6350" marB="0" anchor="ctr"/>
                </a:tc>
                <a:tc>
                  <a:txBody>
                    <a:bodyPr/>
                    <a:lstStyle/>
                    <a:p>
                      <a:pPr algn="l" fontAlgn="t"/>
                      <a:r>
                        <a:rPr lang="en-US" sz="1400" b="0" i="0" u="none" strike="noStrike" dirty="0">
                          <a:solidFill>
                            <a:srgbClr val="000000"/>
                          </a:solidFill>
                          <a:effectLst/>
                          <a:latin typeface="Arial"/>
                        </a:rPr>
                        <a:t>Video</a:t>
                      </a:r>
                    </a:p>
                  </a:txBody>
                  <a:tcPr marL="6350" marR="6350" marT="6350" marB="0" anchor="ctr"/>
                </a:tc>
                <a:tc>
                  <a:txBody>
                    <a:bodyPr/>
                    <a:lstStyle/>
                    <a:p>
                      <a:pPr algn="l" fontAlgn="t"/>
                      <a:r>
                        <a:rPr lang="en-US" sz="1400" b="0" i="0" u="none" strike="noStrike" dirty="0">
                          <a:solidFill>
                            <a:srgbClr val="000000"/>
                          </a:solidFill>
                          <a:effectLst/>
                          <a:latin typeface="Arial"/>
                        </a:rPr>
                        <a:t>Video - </a:t>
                      </a:r>
                      <a:r>
                        <a:rPr lang="en-US" sz="1400" b="0" i="0" u="none" strike="noStrike" kern="1200" noProof="0" dirty="0">
                          <a:solidFill>
                            <a:srgbClr val="000000"/>
                          </a:solidFill>
                          <a:effectLst/>
                          <a:latin typeface="Arial"/>
                          <a:ea typeface="+mn-ea"/>
                          <a:cs typeface="+mn-cs"/>
                        </a:rPr>
                        <a:t>Amplification, Reflection, and Spoofing Attacks</a:t>
                      </a:r>
                      <a:endParaRPr lang="en-US" sz="1400" b="0" i="0" u="none" strike="noStrike" kern="1200" dirty="0">
                        <a:solidFill>
                          <a:srgbClr val="000000"/>
                        </a:solidFill>
                        <a:effectLst/>
                        <a:latin typeface="Arial"/>
                        <a:ea typeface="+mn-ea"/>
                        <a:cs typeface="+mn-cs"/>
                      </a:endParaRPr>
                    </a:p>
                  </a:txBody>
                  <a:tcPr marL="6350" marR="6350" marT="6350" marB="0" anchor="ctr"/>
                </a:tc>
                <a:tc>
                  <a:txBody>
                    <a:bodyPr/>
                    <a:lstStyle/>
                    <a:p>
                      <a:pPr algn="ctr"/>
                      <a:r>
                        <a:rPr lang="en-US" sz="1400" b="0" i="0" u="none" strike="noStrike" kern="1200" dirty="0">
                          <a:solidFill>
                            <a:srgbClr val="000000"/>
                          </a:solidFill>
                          <a:effectLst/>
                          <a:latin typeface="Arial"/>
                          <a:ea typeface="+mn-ea"/>
                          <a:cs typeface="+mn-cs"/>
                        </a:rPr>
                        <a:t>Recommended</a:t>
                      </a:r>
                    </a:p>
                  </a:txBody>
                  <a:tcPr anchor="ctr"/>
                </a:tc>
                <a:extLst>
                  <a:ext uri="{0D108BD9-81ED-4DB2-BD59-A6C34878D82A}">
                    <a16:rowId xmlns:a16="http://schemas.microsoft.com/office/drawing/2014/main" val="3927996564"/>
                  </a:ext>
                </a:extLst>
              </a:tr>
              <a:tr h="370840">
                <a:tc>
                  <a:txBody>
                    <a:bodyPr/>
                    <a:lstStyle/>
                    <a:p>
                      <a:pPr algn="ctr" fontAlgn="t"/>
                      <a:r>
                        <a:rPr lang="en-US" sz="1400" b="0" i="0" u="none" strike="noStrike" dirty="0">
                          <a:solidFill>
                            <a:srgbClr val="000000"/>
                          </a:solidFill>
                          <a:effectLst/>
                          <a:latin typeface="Arial"/>
                        </a:rPr>
                        <a:t>3.2.6</a:t>
                      </a:r>
                    </a:p>
                  </a:txBody>
                  <a:tcPr marL="6350" marR="6350" marT="6350" marB="0" anchor="ctr"/>
                </a:tc>
                <a:tc>
                  <a:txBody>
                    <a:bodyPr/>
                    <a:lstStyle/>
                    <a:p>
                      <a:pPr algn="l" fontAlgn="t"/>
                      <a:r>
                        <a:rPr lang="en-US" sz="1400" b="0" i="0" u="none" strike="noStrike" kern="1200" dirty="0">
                          <a:solidFill>
                            <a:srgbClr val="000000"/>
                          </a:solidFill>
                          <a:effectLst/>
                          <a:latin typeface="Arial"/>
                          <a:ea typeface="+mn-ea"/>
                          <a:cs typeface="+mn-cs"/>
                        </a:rPr>
                        <a:t>Check Your Understanding</a:t>
                      </a:r>
                    </a:p>
                  </a:txBody>
                  <a:tcPr marL="6350" marR="6350" marT="6350" marB="0" anchor="ctr"/>
                </a:tc>
                <a:tc>
                  <a:txBody>
                    <a:bodyPr/>
                    <a:lstStyle/>
                    <a:p>
                      <a:pPr lvl="0" algn="l">
                        <a:buNone/>
                      </a:pPr>
                      <a:r>
                        <a:rPr lang="en-US" sz="1400" b="0" i="0" u="none" strike="noStrike" kern="1200" noProof="0" dirty="0">
                          <a:solidFill>
                            <a:srgbClr val="000000"/>
                          </a:solidFill>
                          <a:effectLst/>
                          <a:latin typeface="Arial"/>
                          <a:ea typeface="+mn-ea"/>
                          <a:cs typeface="+mn-cs"/>
                        </a:rPr>
                        <a:t>Check Your Understanding - IP Vulnerabilities and Threats</a:t>
                      </a:r>
                      <a:endParaRPr lang="en-US" sz="1400" b="0" i="0" u="none" strike="noStrike" kern="1200" dirty="0">
                        <a:solidFill>
                          <a:srgbClr val="000000"/>
                        </a:solidFill>
                        <a:effectLst/>
                        <a:latin typeface="Arial"/>
                        <a:ea typeface="+mn-ea"/>
                        <a:cs typeface="+mn-cs"/>
                      </a:endParaRPr>
                    </a:p>
                  </a:txBody>
                  <a:tcPr marL="6350" marR="6350" marT="6350" marB="0" anchor="ctr"/>
                </a:tc>
                <a:tc>
                  <a:txBody>
                    <a:bodyPr/>
                    <a:lstStyle/>
                    <a:p>
                      <a:pPr algn="ctr"/>
                      <a:r>
                        <a:rPr lang="en-US" sz="1400" b="0" i="0" u="none" strike="noStrike" kern="1200" dirty="0">
                          <a:solidFill>
                            <a:srgbClr val="000000"/>
                          </a:solidFill>
                          <a:effectLst/>
                          <a:latin typeface="Arial"/>
                          <a:ea typeface="+mn-ea"/>
                          <a:cs typeface="+mn-cs"/>
                        </a:rPr>
                        <a:t>Recommended</a:t>
                      </a:r>
                    </a:p>
                  </a:txBody>
                  <a:tcPr anchor="ctr"/>
                </a:tc>
                <a:extLst>
                  <a:ext uri="{0D108BD9-81ED-4DB2-BD59-A6C34878D82A}">
                    <a16:rowId xmlns:a16="http://schemas.microsoft.com/office/drawing/2014/main" val="3946910163"/>
                  </a:ext>
                </a:extLst>
              </a:tr>
              <a:tr h="370840">
                <a:tc>
                  <a:txBody>
                    <a:bodyPr/>
                    <a:lstStyle/>
                    <a:p>
                      <a:pPr algn="ctr" fontAlgn="t"/>
                      <a:r>
                        <a:rPr lang="en-US" sz="1400" b="0" i="0" u="none" strike="noStrike" dirty="0">
                          <a:solidFill>
                            <a:srgbClr val="000000"/>
                          </a:solidFill>
                          <a:effectLst/>
                          <a:latin typeface="Arial"/>
                        </a:rPr>
                        <a:t>3.3.6</a:t>
                      </a:r>
                    </a:p>
                  </a:txBody>
                  <a:tcPr marL="6350" marR="6350" marT="6350" marB="0" anchor="ctr"/>
                </a:tc>
                <a:tc>
                  <a:txBody>
                    <a:bodyPr/>
                    <a:lstStyle/>
                    <a:p>
                      <a:pPr marL="0" marR="0" lvl="0" indent="0" algn="l" rtl="0" eaLnBrk="1" fontAlgn="t" latinLnBrk="0" hangingPunct="1">
                        <a:lnSpc>
                          <a:spcPct val="100000"/>
                        </a:lnSpc>
                        <a:spcBef>
                          <a:spcPts val="0"/>
                        </a:spcBef>
                        <a:spcAft>
                          <a:spcPts val="0"/>
                        </a:spcAft>
                        <a:buClrTx/>
                        <a:buSzTx/>
                        <a:buFontTx/>
                        <a:buNone/>
                      </a:pPr>
                      <a:r>
                        <a:rPr lang="en-US" sz="1400" b="0" i="0" u="none" strike="noStrike" dirty="0">
                          <a:solidFill>
                            <a:srgbClr val="000000"/>
                          </a:solidFill>
                          <a:effectLst/>
                          <a:latin typeface="Arial"/>
                        </a:rPr>
                        <a:t>Check Your Understanding</a:t>
                      </a:r>
                    </a:p>
                  </a:txBody>
                  <a:tcPr marL="6350" marR="6350" marT="6350" marB="0" anchor="ctr"/>
                </a:tc>
                <a:tc>
                  <a:txBody>
                    <a:bodyPr/>
                    <a:lstStyle/>
                    <a:p>
                      <a:pPr lvl="0" algn="l">
                        <a:buNone/>
                      </a:pPr>
                      <a:r>
                        <a:rPr lang="en-US" sz="1400" b="0" i="0" u="none" strike="noStrike" kern="1200" noProof="0" dirty="0">
                          <a:solidFill>
                            <a:srgbClr val="000000"/>
                          </a:solidFill>
                          <a:effectLst/>
                          <a:latin typeface="Arial"/>
                          <a:ea typeface="+mn-ea"/>
                          <a:cs typeface="+mn-cs"/>
                        </a:rPr>
                        <a:t>Check Your Understanding - TCP and UDP Vulnerabilities</a:t>
                      </a:r>
                      <a:endParaRPr lang="en-US" sz="1400" b="0" i="0" u="none" strike="noStrike" kern="1200" dirty="0">
                        <a:solidFill>
                          <a:srgbClr val="000000"/>
                        </a:solidFill>
                        <a:effectLst/>
                        <a:latin typeface="Arial"/>
                        <a:ea typeface="+mn-ea"/>
                        <a:cs typeface="+mn-cs"/>
                      </a:endParaRPr>
                    </a:p>
                  </a:txBody>
                  <a:tcPr marL="6350" marR="6350" marT="6350" marB="0" anchor="ctr"/>
                </a:tc>
                <a:tc>
                  <a:txBody>
                    <a:bodyPr/>
                    <a:lstStyle/>
                    <a:p>
                      <a:pPr algn="ctr"/>
                      <a:r>
                        <a:rPr lang="en-US" sz="1400" b="0" i="0" u="none" strike="noStrike" kern="1200" dirty="0">
                          <a:solidFill>
                            <a:srgbClr val="000000"/>
                          </a:solidFill>
                          <a:effectLst/>
                          <a:latin typeface="Arial"/>
                          <a:ea typeface="+mn-ea"/>
                          <a:cs typeface="+mn-cs"/>
                        </a:rPr>
                        <a:t>Recommended</a:t>
                      </a:r>
                    </a:p>
                  </a:txBody>
                  <a:tcPr anchor="ctr"/>
                </a:tc>
                <a:extLst>
                  <a:ext uri="{0D108BD9-81ED-4DB2-BD59-A6C34878D82A}">
                    <a16:rowId xmlns:a16="http://schemas.microsoft.com/office/drawing/2014/main" val="2405848159"/>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dirty="0">
                <a:solidFill>
                  <a:srgbClr val="024C69"/>
                </a:solidFill>
                <a:latin typeface="Arial" pitchFamily="34" charset="0"/>
                <a:ea typeface="Arial" pitchFamily="34" charset="-122"/>
                <a:cs typeface="Arial" pitchFamily="34" charset="-120"/>
              </a:rPr>
              <a:t>Module 3: Best Practices</a:t>
            </a:r>
            <a:endParaRPr lang="en-US" dirty="0"/>
          </a:p>
        </p:txBody>
      </p:sp>
      <p:sp>
        <p:nvSpPr>
          <p:cNvPr id="3" name="Text 1"/>
          <p:cNvSpPr/>
          <p:nvPr/>
        </p:nvSpPr>
        <p:spPr>
          <a:xfrm>
            <a:off x="271220" y="457200"/>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r>
              <a:rPr kumimoji="0" lang="en-US" sz="1400" b="0" i="0" u="none" strike="noStrike" kern="1200" cap="none" spc="0" normalizeH="0" baseline="0" noProof="0" dirty="0">
                <a:ln>
                  <a:noFill/>
                </a:ln>
                <a:effectLst/>
                <a:uLnTx/>
                <a:uFillTx/>
                <a:latin typeface="Arial"/>
                <a:ea typeface="ＭＳ Ｐゴシック" charset="0"/>
              </a:rPr>
              <a:t>Prior to teaching Module 3, the instructor should:</a:t>
            </a:r>
          </a:p>
          <a:p>
            <a:pPr marL="169863" marR="0" lvl="0" indent="-169863"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dirty="0">
                <a:ln>
                  <a:noFill/>
                </a:ln>
                <a:effectLst/>
                <a:uLnTx/>
                <a:uFillTx/>
                <a:latin typeface="Arial"/>
                <a:ea typeface="ＭＳ Ｐゴシック" charset="0"/>
              </a:rPr>
              <a:t>Review the activities and assessments for this module.</a:t>
            </a:r>
          </a:p>
          <a:p>
            <a:pPr marL="169863" marR="0" lvl="0" indent="-169863" algn="l" defTabSz="684213" rtl="0" eaLnBrk="1" fontAlgn="base" latinLnBrk="0" hangingPunct="1">
              <a:lnSpc>
                <a:spcPct val="85000"/>
              </a:lnSpc>
              <a:spcBef>
                <a:spcPct val="30000"/>
              </a:spcBef>
              <a:spcAft>
                <a:spcPts val="600"/>
              </a:spcAft>
              <a:buClr>
                <a:srgbClr val="58585B"/>
              </a:buClr>
              <a:buSzPct val="90000"/>
              <a:buFont typeface="Arial" panose="020B0604020202020204" pitchFamily="34" charset="0"/>
              <a:buChar char="•"/>
              <a:tabLst/>
              <a:defRPr/>
            </a:pPr>
            <a:r>
              <a:rPr kumimoji="0" lang="en-US" sz="1400" b="0" i="0" u="none" strike="noStrike" kern="1200" cap="none" spc="0" normalizeH="0" baseline="0" noProof="0" dirty="0">
                <a:ln>
                  <a:noFill/>
                </a:ln>
                <a:effectLst/>
                <a:uLnTx/>
                <a:uFillTx/>
                <a:latin typeface="Arial"/>
                <a:ea typeface="ＭＳ Ｐゴシック" charset="0"/>
              </a:rPr>
              <a:t>Try to include as many questions as possible to keep students engaged during classroom presentation.</a:t>
            </a:r>
          </a:p>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endParaRPr kumimoji="0" lang="en-US" sz="1600" b="0" i="0" u="none" strike="noStrike" kern="1200" cap="none" spc="0" normalizeH="0" baseline="0" noProof="0" dirty="0">
              <a:ln>
                <a:noFill/>
              </a:ln>
              <a:effectLst/>
              <a:uLnTx/>
              <a:uFillTx/>
              <a:latin typeface="Arial"/>
              <a:ea typeface="ＭＳ Ｐゴシック" charset="0"/>
            </a:endParaRPr>
          </a:p>
          <a:p>
            <a:pPr defTabSz="684213">
              <a:defRPr/>
            </a:pPr>
            <a:r>
              <a:rPr kumimoji="0" lang="en-US" sz="1400" b="0" i="0" u="none" strike="noStrike" kern="1200" cap="none" spc="0" normalizeH="0" baseline="0" noProof="0" dirty="0">
                <a:ln>
                  <a:noFill/>
                </a:ln>
                <a:effectLst/>
                <a:uLnTx/>
                <a:uFillTx/>
                <a:latin typeface="Arial" panose="020B0604020202020204" pitchFamily="34" charset="0"/>
                <a:ea typeface="+mn-lt"/>
                <a:cs typeface="Arial" panose="020B0604020202020204" pitchFamily="34" charset="0"/>
              </a:rPr>
              <a:t>Topic </a:t>
            </a:r>
            <a:r>
              <a:rPr lang="en-US" sz="1400" dirty="0">
                <a:latin typeface="Arial" panose="020B0604020202020204" pitchFamily="34" charset="0"/>
                <a:ea typeface="+mn-lt"/>
                <a:cs typeface="Arial" panose="020B0604020202020204" pitchFamily="34" charset="0"/>
              </a:rPr>
              <a:t>3.1 </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kumimoji="0" lang="en-US" sz="1400" b="0" i="0" u="none" strike="noStrike" kern="1200" cap="none" spc="0" normalizeH="0" baseline="0" noProof="0" dirty="0">
                <a:ln>
                  <a:noFill/>
                </a:ln>
                <a:effectLst/>
                <a:uLnTx/>
                <a:uFillTx/>
                <a:latin typeface="Arial" panose="020B0604020202020204" pitchFamily="34" charset="0"/>
                <a:ea typeface="+mn-lt"/>
                <a:cs typeface="Arial" panose="020B0604020202020204" pitchFamily="34" charset="0"/>
              </a:rPr>
              <a:t>Ask the class:</a:t>
            </a:r>
            <a:r>
              <a:rPr lang="en-US" sz="1400" dirty="0">
                <a:latin typeface="Arial" panose="020B0604020202020204" pitchFamily="34" charset="0"/>
                <a:ea typeface="+mn-lt"/>
                <a:cs typeface="Arial" panose="020B0604020202020204" pitchFamily="34" charset="0"/>
              </a:rPr>
              <a:t> </a:t>
            </a:r>
            <a:endParaRPr lang="en-US" sz="1400" dirty="0">
              <a:latin typeface="Arial" panose="020B0604020202020204" pitchFamily="34" charset="0"/>
              <a:cs typeface="Arial" panose="020B0604020202020204" pitchFamily="34" charset="0"/>
            </a:endParaRPr>
          </a:p>
          <a:p>
            <a:pPr marL="742950" lvl="1" indent="-285750" defTabSz="684213">
              <a:buFont typeface="Arial"/>
              <a:buChar char="•"/>
              <a:defRPr/>
            </a:pPr>
            <a:r>
              <a:rPr lang="en-US" sz="1400" dirty="0">
                <a:latin typeface="Arial" panose="020B0604020202020204" pitchFamily="34" charset="0"/>
                <a:ea typeface="+mn-lt"/>
                <a:cs typeface="Arial" panose="020B0604020202020204" pitchFamily="34" charset="0"/>
              </a:rPr>
              <a:t>Do you know the differences between IPv4 and IPv6 protocols? </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lang="en-US" sz="1400" dirty="0">
                <a:latin typeface="Arial" panose="020B0604020202020204" pitchFamily="34" charset="0"/>
                <a:ea typeface="+mn-lt"/>
                <a:cs typeface="Arial" panose="020B0604020202020204" pitchFamily="34" charset="0"/>
              </a:rPr>
              <a:t>Show the students the videos 3.1.3 and 3.1.5 respectively about  IPv4 and IPv6 headers in Wireshark. Add some traffic to the network and ask the students to open Wireshark in their computers to see how traffic flows on the network.</a:t>
            </a:r>
            <a:endParaRPr lang="en-US" sz="1400" strike="sngStrike"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Module 3: Best Practices (Cont.)</a:t>
            </a:r>
            <a:endParaRPr lang="en-US" sz="1600" dirty="0"/>
          </a:p>
        </p:txBody>
      </p:sp>
      <p:sp>
        <p:nvSpPr>
          <p:cNvPr id="3" name="Text 1"/>
          <p:cNvSpPr/>
          <p:nvPr/>
        </p:nvSpPr>
        <p:spPr>
          <a:xfrm>
            <a:off x="0" y="457200"/>
            <a:ext cx="8229600" cy="4629150"/>
          </a:xfrm>
          <a:prstGeom prst="rect">
            <a:avLst/>
          </a:prstGeom>
          <a:noFill/>
          <a:ln/>
        </p:spPr>
        <p:txBody>
          <a:bodyPr wrap="square" rtlCol="0" anchor="t"/>
          <a:lstStyle/>
          <a:p>
            <a:pPr marL="0" marR="0" lvl="0" indent="0" algn="l" defTabSz="684213" rtl="0" eaLnBrk="1" fontAlgn="base" latinLnBrk="0" hangingPunct="1">
              <a:lnSpc>
                <a:spcPct val="85000"/>
              </a:lnSpc>
              <a:spcBef>
                <a:spcPct val="30000"/>
              </a:spcBef>
              <a:spcAft>
                <a:spcPts val="600"/>
              </a:spcAft>
              <a:buClr>
                <a:srgbClr val="58585B"/>
              </a:buClr>
              <a:buSzPct val="90000"/>
              <a:buFont typeface="Wingdings" panose="05000000000000000000" pitchFamily="2" charset="2"/>
              <a:buNone/>
              <a:tabLst/>
              <a:defRPr/>
            </a:pPr>
            <a:endParaRPr lang="en-US" sz="1400" strike="sngStrike"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nchor="t"/>
          <a:lstStyle>
            <a:lvl1pPr>
              <a:defRPr sz="600">
                <a:solidFill>
                  <a:srgbClr val="D9D9D9"/>
                </a:solidFill>
              </a:defRPr>
            </a:lvl1pPr>
          </a:lstStyle>
          <a:p>
            <a:pPr algn="r"/>
            <a:fld id="{F7021451-1387-4CA6-816F-3879F97B5CBC}" type="slidenum">
              <a:rPr lang="en-US" b="0"/>
              <a:t>8</a:t>
            </a:fld>
            <a:endParaRPr lang="en-US"/>
          </a:p>
        </p:txBody>
      </p:sp>
      <p:sp>
        <p:nvSpPr>
          <p:cNvPr id="5" name="Text 1">
            <a:extLst>
              <a:ext uri="{FF2B5EF4-FFF2-40B4-BE49-F238E27FC236}">
                <a16:creationId xmlns:a16="http://schemas.microsoft.com/office/drawing/2014/main" id="{9B235FF9-1214-C9C1-E55F-C20B7984F1D8}"/>
              </a:ext>
            </a:extLst>
          </p:cNvPr>
          <p:cNvSpPr/>
          <p:nvPr/>
        </p:nvSpPr>
        <p:spPr>
          <a:xfrm>
            <a:off x="279781" y="457200"/>
            <a:ext cx="8229600" cy="3759958"/>
          </a:xfrm>
          <a:prstGeom prst="rect">
            <a:avLst/>
          </a:prstGeom>
          <a:noFill/>
          <a:ln/>
        </p:spPr>
        <p:txBody>
          <a:bodyPr wrap="square" lIns="91440" tIns="45720" rIns="91440" bIns="45720" rtlCol="0" anchor="t"/>
          <a:lstStyle/>
          <a:p>
            <a:pPr defTabSz="684213">
              <a:defRPr/>
            </a:pPr>
            <a:r>
              <a:rPr kumimoji="0" lang="en-US" sz="1400" b="0" i="0" u="none" strike="noStrike" kern="1200" cap="none" spc="0" normalizeH="0" baseline="0" noProof="0" dirty="0">
                <a:ln>
                  <a:noFill/>
                </a:ln>
                <a:effectLst/>
                <a:uLnTx/>
                <a:uFillTx/>
                <a:latin typeface="Arial" panose="020B0604020202020204" pitchFamily="34" charset="0"/>
                <a:ea typeface="+mn-lt"/>
                <a:cs typeface="Arial" panose="020B0604020202020204" pitchFamily="34" charset="0"/>
              </a:rPr>
              <a:t>Topic </a:t>
            </a:r>
            <a:r>
              <a:rPr lang="en-US" sz="1400" dirty="0">
                <a:latin typeface="Arial" panose="020B0604020202020204" pitchFamily="34" charset="0"/>
                <a:ea typeface="+mn-lt"/>
                <a:cs typeface="Arial" panose="020B0604020202020204" pitchFamily="34" charset="0"/>
              </a:rPr>
              <a:t>3.2 </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kumimoji="0" lang="en-US" sz="1400" b="0" i="0" u="none" strike="noStrike" kern="1200" cap="none" spc="0" normalizeH="0" baseline="0" noProof="0" dirty="0">
                <a:ln>
                  <a:noFill/>
                </a:ln>
                <a:effectLst/>
                <a:uLnTx/>
                <a:uFillTx/>
                <a:latin typeface="Arial" panose="020B0604020202020204" pitchFamily="34" charset="0"/>
                <a:ea typeface="+mn-lt"/>
                <a:cs typeface="Arial" panose="020B0604020202020204" pitchFamily="34" charset="0"/>
              </a:rPr>
              <a:t>Ask the </a:t>
            </a:r>
            <a:r>
              <a:rPr lang="en-US" sz="1400" dirty="0">
                <a:latin typeface="Arial" panose="020B0604020202020204" pitchFamily="34" charset="0"/>
                <a:ea typeface="+mn-lt"/>
                <a:cs typeface="Arial" panose="020B0604020202020204" pitchFamily="34" charset="0"/>
              </a:rPr>
              <a:t>students to name some IP-related attacks. </a:t>
            </a:r>
            <a:endParaRPr lang="en-US" sz="1400" dirty="0">
              <a:latin typeface="Arial" panose="020B0604020202020204" pitchFamily="34" charset="0"/>
              <a:cs typeface="Arial" panose="020B0604020202020204" pitchFamily="34" charset="0"/>
            </a:endParaRPr>
          </a:p>
          <a:p>
            <a:pPr marL="285750" indent="-285750" defTabSz="684213">
              <a:buFont typeface="Arial"/>
              <a:buChar char="•"/>
              <a:defRPr/>
            </a:pPr>
            <a:r>
              <a:rPr lang="en-US" sz="1400" dirty="0">
                <a:latin typeface="Arial" panose="020B0604020202020204" pitchFamily="34" charset="0"/>
                <a:cs typeface="Arial" panose="020B0604020202020204" pitchFamily="34" charset="0"/>
              </a:rPr>
              <a:t>Explain the different types of ICMP attacks and the actions to recognize and mitigate these types of attacks.</a:t>
            </a:r>
          </a:p>
          <a:p>
            <a:pPr marL="285750" indent="-285750" defTabSz="684213">
              <a:buFont typeface="Arial"/>
              <a:buChar char="•"/>
              <a:defRPr/>
            </a:pPr>
            <a:r>
              <a:rPr lang="en-US" sz="1400" dirty="0">
                <a:latin typeface="Arial" panose="020B0604020202020204" pitchFamily="34" charset="0"/>
                <a:cs typeface="Arial" panose="020B0604020202020204" pitchFamily="34" charset="0"/>
              </a:rPr>
              <a:t>Ask the students to watch the 3.2.4 Video and give them scenarios to identify each type of attack.</a:t>
            </a:r>
          </a:p>
          <a:p>
            <a:pPr marL="285750" indent="-285750" defTabSz="684213">
              <a:buFont typeface="Arial"/>
              <a:buChar char="•"/>
              <a:defRPr/>
            </a:pPr>
            <a:endParaRPr lang="en-US" sz="1400" dirty="0">
              <a:latin typeface="Arial" panose="020B0604020202020204" pitchFamily="34" charset="0"/>
              <a:cs typeface="Arial" panose="020B0604020202020204" pitchFamily="34" charset="0"/>
            </a:endParaRPr>
          </a:p>
          <a:p>
            <a:pPr defTabSz="684213">
              <a:defRPr/>
            </a:pPr>
            <a:r>
              <a:rPr lang="en-US" sz="1400" dirty="0">
                <a:latin typeface="Arial" panose="020B0604020202020204" pitchFamily="34" charset="0"/>
                <a:cs typeface="Arial" panose="020B0604020202020204" pitchFamily="34" charset="0"/>
              </a:rPr>
              <a:t>Topic 3.3</a:t>
            </a:r>
          </a:p>
          <a:p>
            <a:pPr marL="285750" indent="-285750" defTabSz="684213">
              <a:buFont typeface="Arial"/>
              <a:buChar char="•"/>
              <a:defRPr/>
            </a:pPr>
            <a:r>
              <a:rPr lang="en-US" sz="1400" dirty="0">
                <a:latin typeface="Arial" panose="020B0604020202020204" pitchFamily="34" charset="0"/>
                <a:cs typeface="Arial" panose="020B0604020202020204" pitchFamily="34" charset="0"/>
              </a:rPr>
              <a:t>Ask the students if they know the difference between TCP and UDP protocols.</a:t>
            </a:r>
          </a:p>
          <a:p>
            <a:pPr marL="285750" indent="-285750" defTabSz="684213">
              <a:buFont typeface="Arial"/>
              <a:buChar char="•"/>
              <a:defRPr/>
            </a:pPr>
            <a:r>
              <a:rPr lang="en-US" sz="1400" dirty="0">
                <a:latin typeface="Arial" panose="020B0604020202020204" pitchFamily="34" charset="0"/>
                <a:cs typeface="Arial" panose="020B0604020202020204" pitchFamily="34" charset="0"/>
              </a:rPr>
              <a:t>Ask the students to associate some common networks services with the transport protocol they use.</a:t>
            </a:r>
          </a:p>
          <a:p>
            <a:pPr marL="285750" indent="-285750" defTabSz="684213">
              <a:buFont typeface="Arial"/>
              <a:buChar char="•"/>
              <a:defRPr/>
            </a:pPr>
            <a:r>
              <a:rPr lang="en-US" sz="1400" dirty="0">
                <a:latin typeface="Arial" panose="020B0604020202020204" pitchFamily="34" charset="0"/>
                <a:cs typeface="Arial" panose="020B0604020202020204" pitchFamily="34" charset="0"/>
              </a:rPr>
              <a:t>Present the types of attacks for each transport protocol and make them identify each type of attack based on different scenarios.</a:t>
            </a:r>
          </a:p>
          <a:p>
            <a:pPr marL="285750" indent="-285750" defTabSz="684213">
              <a:buFont typeface="Arial"/>
              <a:buChar char="•"/>
              <a:defRPr/>
            </a:pP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6249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1543050"/>
            <a:ext cx="6400800" cy="2571750"/>
          </a:xfrm>
          <a:prstGeom prst="rect">
            <a:avLst/>
          </a:prstGeom>
          <a:noFill/>
          <a:ln/>
        </p:spPr>
        <p:txBody>
          <a:bodyPr wrap="square" rtlCol="0" anchor="ctr"/>
          <a:lstStyle/>
          <a:p>
            <a:pPr marL="0" indent="0">
              <a:buNone/>
            </a:pPr>
            <a:r>
              <a:rPr lang="en-US" sz="4200" dirty="0">
                <a:solidFill>
                  <a:srgbClr val="AFE8FB"/>
                </a:solidFill>
                <a:latin typeface="Arial" pitchFamily="34" charset="0"/>
                <a:ea typeface="Arial" pitchFamily="34" charset="-122"/>
                <a:cs typeface="Arial" pitchFamily="34" charset="-120"/>
              </a:rPr>
              <a:t>Module 3: Attacking the Foundation</a:t>
            </a:r>
            <a:endParaRPr lang="en-US" sz="4200" dirty="0"/>
          </a:p>
        </p:txBody>
      </p:sp>
      <p:sp>
        <p:nvSpPr>
          <p:cNvPr id="3" name="Text 0"/>
          <p:cNvSpPr>
            <a:spLocks noGrp="1"/>
          </p:cNvSpPr>
          <p:nvPr>
            <p:ph type="body" idx="101" hasCustomPrompt="1"/>
          </p:nvPr>
        </p:nvSpPr>
        <p:spPr>
          <a:xfrm>
            <a:off x="457200" y="4114800"/>
            <a:ext cx="3657600" cy="914400"/>
          </a:xfrm>
          <a:prstGeom prst="rect">
            <a:avLst/>
          </a:prstGeom>
          <a:noFill/>
          <a:ln/>
        </p:spPr>
        <p:txBody>
          <a:bodyPr wrap="square" rtlCol="0" anchor="t"/>
          <a:lstStyle/>
          <a:p>
            <a:pPr marL="0" indent="0">
              <a:buNone/>
            </a:pPr>
            <a:r>
              <a:rPr lang="en-US" sz="1200" dirty="0">
                <a:solidFill>
                  <a:srgbClr val="AFE8FB"/>
                </a:solidFill>
                <a:latin typeface="Arial" pitchFamily="34" charset="0"/>
                <a:ea typeface="Arial" pitchFamily="34" charset="-122"/>
                <a:cs typeface="Arial" pitchFamily="34" charset="-120"/>
              </a:rPr>
              <a:t>Cybersecurity Essentials 3.0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0" y="0"/>
            <a:ext cx="9144000" cy="4572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Module Objectives</a:t>
            </a:r>
            <a:endParaRPr lang="en-US" sz="2200" dirty="0"/>
          </a:p>
        </p:txBody>
      </p:sp>
      <p:sp>
        <p:nvSpPr>
          <p:cNvPr id="5" name="Rectangle 34">
            <a:extLst>
              <a:ext uri="{FF2B5EF4-FFF2-40B4-BE49-F238E27FC236}">
                <a16:creationId xmlns:a16="http://schemas.microsoft.com/office/drawing/2014/main" id="{7188AF34-F17D-65FE-91B6-733B90851DC8}"/>
              </a:ext>
            </a:extLst>
          </p:cNvPr>
          <p:cNvSpPr txBox="1">
            <a:spLocks noChangeArrowheads="1"/>
          </p:cNvSpPr>
          <p:nvPr/>
        </p:nvSpPr>
        <p:spPr>
          <a:xfrm>
            <a:off x="116793" y="460408"/>
            <a:ext cx="8695135" cy="583388"/>
          </a:xfrm>
          <a:prstGeom prst="rect">
            <a:avLst/>
          </a:prstGeom>
        </p:spPr>
        <p:txBody>
          <a:bodyPr lIns="91440" tIns="45720" rIns="91440" bIns="45720" anchor="t"/>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30000"/>
              </a:spcBef>
              <a:buNone/>
            </a:pPr>
            <a:r>
              <a:rPr lang="en-US" sz="1400" b="1" dirty="0">
                <a:latin typeface="Arial"/>
                <a:cs typeface="Arial"/>
              </a:rPr>
              <a:t>Module Title:</a:t>
            </a:r>
            <a:r>
              <a:rPr lang="en-US" sz="1400" dirty="0">
                <a:latin typeface="Arial"/>
                <a:cs typeface="Arial"/>
              </a:rPr>
              <a:t> Attacking the Foundation</a:t>
            </a:r>
            <a:endParaRPr lang="en-US" sz="1400" dirty="0">
              <a:ea typeface="+mn-lt"/>
              <a:cs typeface="+mn-lt"/>
            </a:endParaRPr>
          </a:p>
          <a:p>
            <a:pPr marL="0" indent="0">
              <a:spcBef>
                <a:spcPct val="30000"/>
              </a:spcBef>
              <a:buNone/>
            </a:pPr>
            <a:r>
              <a:rPr lang="en-US" sz="1400" b="1">
                <a:latin typeface="Arial"/>
                <a:cs typeface="Arial"/>
              </a:rPr>
              <a:t>Module Objective:</a:t>
            </a:r>
            <a:r>
              <a:rPr lang="en-US" sz="1400">
                <a:latin typeface="Arial"/>
                <a:cs typeface="Arial"/>
              </a:rPr>
              <a:t> Explain how TCP/IP vulnerabilities enable network attacks.</a:t>
            </a:r>
            <a:endParaRPr lang="en-US" sz="1400">
              <a:ea typeface="+mn-lt"/>
              <a:cs typeface="+mn-lt"/>
            </a:endParaRPr>
          </a:p>
          <a:p>
            <a:pPr marL="0" indent="0">
              <a:spcBef>
                <a:spcPct val="30000"/>
              </a:spcBef>
              <a:buFont typeface="Arial" pitchFamily="34" charset="0"/>
              <a:buNone/>
            </a:pPr>
            <a:endParaRPr lang="en-US" sz="1400" dirty="0">
              <a:latin typeface="Arial"/>
              <a:cs typeface="Arial"/>
            </a:endParaRPr>
          </a:p>
        </p:txBody>
      </p:sp>
      <p:graphicFrame>
        <p:nvGraphicFramePr>
          <p:cNvPr id="4" name="Table 4">
            <a:extLst>
              <a:ext uri="{FF2B5EF4-FFF2-40B4-BE49-F238E27FC236}">
                <a16:creationId xmlns:a16="http://schemas.microsoft.com/office/drawing/2014/main" id="{40064EF4-EE2B-342C-EA9E-699582F380FF}"/>
              </a:ext>
            </a:extLst>
          </p:cNvPr>
          <p:cNvGraphicFramePr>
            <a:graphicFrameLocks noGrp="1"/>
          </p:cNvGraphicFramePr>
          <p:nvPr>
            <p:extLst>
              <p:ext uri="{D42A27DB-BD31-4B8C-83A1-F6EECF244321}">
                <p14:modId xmlns:p14="http://schemas.microsoft.com/office/powerpoint/2010/main" val="3018063918"/>
              </p:ext>
            </p:extLst>
          </p:nvPr>
        </p:nvGraphicFramePr>
        <p:xfrm>
          <a:off x="332072" y="1295963"/>
          <a:ext cx="8354727" cy="1483360"/>
        </p:xfrm>
        <a:graphic>
          <a:graphicData uri="http://schemas.openxmlformats.org/drawingml/2006/table">
            <a:tbl>
              <a:tblPr firstRow="1" bandRow="1">
                <a:tableStyleId>{5C22544A-7EE6-4342-B048-85BDC9FD1C3A}</a:tableStyleId>
              </a:tblPr>
              <a:tblGrid>
                <a:gridCol w="2779568">
                  <a:extLst>
                    <a:ext uri="{9D8B030D-6E8A-4147-A177-3AD203B41FA5}">
                      <a16:colId xmlns:a16="http://schemas.microsoft.com/office/drawing/2014/main" val="1540795028"/>
                    </a:ext>
                  </a:extLst>
                </a:gridCol>
                <a:gridCol w="5575159">
                  <a:extLst>
                    <a:ext uri="{9D8B030D-6E8A-4147-A177-3AD203B41FA5}">
                      <a16:colId xmlns:a16="http://schemas.microsoft.com/office/drawing/2014/main" val="2968452238"/>
                    </a:ext>
                  </a:extLst>
                </a:gridCol>
              </a:tblGrid>
              <a:tr h="370840">
                <a:tc>
                  <a:txBody>
                    <a:bodyPr/>
                    <a:lstStyle/>
                    <a:p>
                      <a:pPr algn="l"/>
                      <a:r>
                        <a:rPr lang="en-US" sz="1400" dirty="0">
                          <a:latin typeface="Arial"/>
                          <a:cs typeface="Arial"/>
                        </a:rPr>
                        <a:t>Topic Title</a:t>
                      </a:r>
                    </a:p>
                  </a:txBody>
                  <a:tcPr/>
                </a:tc>
                <a:tc>
                  <a:txBody>
                    <a:bodyPr/>
                    <a:lstStyle/>
                    <a:p>
                      <a:pPr algn="l"/>
                      <a:r>
                        <a:rPr lang="en-US" sz="1400" dirty="0">
                          <a:latin typeface="Arial"/>
                          <a:cs typeface="Arial"/>
                        </a:rPr>
                        <a:t>Topic Objective</a:t>
                      </a:r>
                    </a:p>
                  </a:txBody>
                  <a:tcPr/>
                </a:tc>
                <a:extLst>
                  <a:ext uri="{0D108BD9-81ED-4DB2-BD59-A6C34878D82A}">
                    <a16:rowId xmlns:a16="http://schemas.microsoft.com/office/drawing/2014/main" val="317262977"/>
                  </a:ext>
                </a:extLst>
              </a:tr>
              <a:tr h="370840">
                <a:tc>
                  <a:txBody>
                    <a:bodyPr/>
                    <a:lstStyle/>
                    <a:p>
                      <a:r>
                        <a:rPr lang="en-US" sz="1400" b="1" dirty="0">
                          <a:latin typeface="Arial"/>
                          <a:cs typeface="Arial"/>
                        </a:rPr>
                        <a:t>IP PDU Details</a:t>
                      </a:r>
                      <a:endParaRPr lang="en-US" sz="1400" dirty="0">
                        <a:latin typeface="Arial"/>
                        <a:cs typeface="Arial"/>
                      </a:endParaRPr>
                    </a:p>
                  </a:txBody>
                  <a:tcPr anchor="ctr"/>
                </a:tc>
                <a:tc>
                  <a:txBody>
                    <a:bodyPr/>
                    <a:lstStyle/>
                    <a:p>
                      <a:pPr lvl="0">
                        <a:buNone/>
                      </a:pPr>
                      <a:r>
                        <a:rPr lang="en-US" sz="1400" kern="1200" noProof="0" dirty="0">
                          <a:solidFill>
                            <a:schemeClr val="tx1"/>
                          </a:solidFill>
                          <a:latin typeface="Arial"/>
                          <a:ea typeface="+mn-ea"/>
                          <a:cs typeface="Arial"/>
                        </a:rPr>
                        <a:t>Explain the IPv4 and IPv6 header structure.</a:t>
                      </a:r>
                    </a:p>
                  </a:txBody>
                  <a:tcPr anchor="ctr"/>
                </a:tc>
                <a:extLst>
                  <a:ext uri="{0D108BD9-81ED-4DB2-BD59-A6C34878D82A}">
                    <a16:rowId xmlns:a16="http://schemas.microsoft.com/office/drawing/2014/main" val="2377890904"/>
                  </a:ext>
                </a:extLst>
              </a:tr>
              <a:tr h="370840">
                <a:tc>
                  <a:txBody>
                    <a:bodyPr/>
                    <a:lstStyle/>
                    <a:p>
                      <a:r>
                        <a:rPr lang="en-US" sz="1400" b="1" dirty="0">
                          <a:latin typeface="Arial"/>
                          <a:cs typeface="Arial"/>
                        </a:rPr>
                        <a:t>IP Vulnerabilities</a:t>
                      </a:r>
                      <a:endParaRPr lang="en-US" sz="1400" dirty="0">
                        <a:latin typeface="Arial"/>
                        <a:cs typeface="Arial"/>
                      </a:endParaRPr>
                    </a:p>
                  </a:txBody>
                  <a:tcPr anchor="ctr"/>
                </a:tc>
                <a:tc>
                  <a:txBody>
                    <a:bodyPr/>
                    <a:lstStyle/>
                    <a:p>
                      <a:pPr lvl="0">
                        <a:buNone/>
                      </a:pPr>
                      <a:r>
                        <a:rPr lang="en-US" sz="1400" kern="1200" noProof="0" dirty="0">
                          <a:solidFill>
                            <a:schemeClr val="tx1"/>
                          </a:solidFill>
                          <a:latin typeface="Arial"/>
                          <a:ea typeface="+mn-ea"/>
                          <a:cs typeface="Arial"/>
                        </a:rPr>
                        <a:t>Explain how IP vulnerabilities enable network attacks.</a:t>
                      </a:r>
                    </a:p>
                  </a:txBody>
                  <a:tcPr anchor="ctr"/>
                </a:tc>
                <a:extLst>
                  <a:ext uri="{0D108BD9-81ED-4DB2-BD59-A6C34878D82A}">
                    <a16:rowId xmlns:a16="http://schemas.microsoft.com/office/drawing/2014/main" val="2281025351"/>
                  </a:ext>
                </a:extLst>
              </a:tr>
              <a:tr h="370840">
                <a:tc>
                  <a:txBody>
                    <a:bodyPr/>
                    <a:lstStyle/>
                    <a:p>
                      <a:pPr lvl="0">
                        <a:buNone/>
                      </a:pPr>
                      <a:r>
                        <a:rPr lang="en-US" sz="1400" b="1" dirty="0">
                          <a:latin typeface="Arial"/>
                          <a:cs typeface="Arial"/>
                        </a:rPr>
                        <a:t>TCP and UDP Vulnerabilities</a:t>
                      </a:r>
                      <a:endParaRPr lang="pt-BR" dirty="0"/>
                    </a:p>
                  </a:txBody>
                  <a:tcPr anchor="ctr"/>
                </a:tc>
                <a:tc>
                  <a:txBody>
                    <a:bodyPr/>
                    <a:lstStyle/>
                    <a:p>
                      <a:pPr lvl="0">
                        <a:buNone/>
                      </a:pPr>
                      <a:r>
                        <a:rPr lang="en-US" sz="1400" kern="1200" noProof="0" dirty="0">
                          <a:solidFill>
                            <a:schemeClr val="tx1"/>
                          </a:solidFill>
                          <a:latin typeface="Arial"/>
                          <a:ea typeface="+mn-ea"/>
                          <a:cs typeface="Arial"/>
                        </a:rPr>
                        <a:t>Explain how TCP and UDP vulnerabilities enable network attacks.</a:t>
                      </a:r>
                    </a:p>
                  </a:txBody>
                  <a:tcPr anchor="ctr"/>
                </a:tc>
                <a:extLst>
                  <a:ext uri="{0D108BD9-81ED-4DB2-BD59-A6C34878D82A}">
                    <a16:rowId xmlns:a16="http://schemas.microsoft.com/office/drawing/2014/main" val="2217849980"/>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1617272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3.1 IP PDU Details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32273" y="-30439"/>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PDU Details</a:t>
            </a:r>
            <a:endParaRPr lang="en-US" sz="1600" dirty="0"/>
          </a:p>
        </p:txBody>
      </p:sp>
      <p:sp>
        <p:nvSpPr>
          <p:cNvPr id="3" name="Text 0"/>
          <p:cNvSpPr>
            <a:spLocks noGrp="1"/>
          </p:cNvSpPr>
          <p:nvPr>
            <p:ph type="body" idx="100" hasCustomPrompt="1"/>
          </p:nvPr>
        </p:nvSpPr>
        <p:spPr>
          <a:xfrm>
            <a:off x="17583" y="282626"/>
            <a:ext cx="9144000" cy="461514"/>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IPv4 and IPv6</a:t>
            </a:r>
            <a:endParaRPr lang="en-US" sz="2200" dirty="0"/>
          </a:p>
        </p:txBody>
      </p:sp>
      <p:sp>
        <p:nvSpPr>
          <p:cNvPr id="5" name="Text 2"/>
          <p:cNvSpPr/>
          <p:nvPr/>
        </p:nvSpPr>
        <p:spPr>
          <a:xfrm>
            <a:off x="4668525" y="890446"/>
            <a:ext cx="4434483" cy="3542069"/>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IP designed as a Layer 3 connectionless protocol: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Delivers packets from host to destination over an interconnected system of networks.</a:t>
            </a:r>
          </a:p>
          <a:p>
            <a:pPr marL="285750" indent="-285750">
              <a:buFont typeface="Arial"/>
              <a:buChar char="•"/>
            </a:pPr>
            <a:r>
              <a:rPr lang="en-US" sz="1400" dirty="0">
                <a:latin typeface="Arial" panose="020B0604020202020204" pitchFamily="34" charset="0"/>
                <a:ea typeface="+mn-lt"/>
                <a:cs typeface="Arial" panose="020B0604020202020204" pitchFamily="34" charset="0"/>
              </a:rPr>
              <a:t>NOT designed to track and manage the flow of packets. </a:t>
            </a:r>
          </a:p>
          <a:p>
            <a:pPr marL="285750" indent="-285750">
              <a:buFont typeface="Arial"/>
              <a:buChar char="•"/>
            </a:pPr>
            <a:r>
              <a:rPr lang="en-US" sz="1400" dirty="0">
                <a:latin typeface="Arial" panose="020B0604020202020204" pitchFamily="34" charset="0"/>
                <a:ea typeface="+mn-lt"/>
                <a:cs typeface="Arial" panose="020B0604020202020204" pitchFamily="34" charset="0"/>
              </a:rPr>
              <a:t>If required, performed primarily by TCP at Layer 4. </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IP does not validate whether the source IP address in a packet came from that source. </a:t>
            </a: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Threat actors can send packets using a spoofed source IP address and tamper with other fields in the IP header to carry out their attacks. </a:t>
            </a:r>
          </a:p>
          <a:p>
            <a:pPr marL="285750" indent="-285750">
              <a:buFont typeface="Arial"/>
              <a:buChar char="•"/>
            </a:pPr>
            <a:r>
              <a:rPr lang="en-US" sz="1400" dirty="0">
                <a:latin typeface="Arial" panose="020B0604020202020204" pitchFamily="34" charset="0"/>
                <a:ea typeface="+mn-lt"/>
                <a:cs typeface="Arial" panose="020B0604020202020204" pitchFamily="34" charset="0"/>
              </a:rPr>
              <a:t>Security analysts must understand the different fields in IPv4 and IPv6 headers. </a:t>
            </a:r>
            <a:endParaRPr lang="en-US" sz="1400" dirty="0">
              <a:latin typeface="Arial" panose="020B0604020202020204" pitchFamily="34" charset="0"/>
              <a:cs typeface="Arial" panose="020B0604020202020204" pitchFamily="34" charset="0"/>
            </a:endParaRPr>
          </a:p>
          <a:p>
            <a:endParaRPr lang="en-US" dirty="0"/>
          </a:p>
          <a:p>
            <a:endParaRPr lang="en-US" sz="1400" dirty="0">
              <a:latin typeface="Arial"/>
              <a:cs typeface="Calibri"/>
            </a:endParaRPr>
          </a:p>
        </p:txBody>
      </p:sp>
      <p:pic>
        <p:nvPicPr>
          <p:cNvPr id="6" name="Picture 4" descr="Graphical user interface&#10;&#10;Description automatically generated">
            <a:extLst>
              <a:ext uri="{FF2B5EF4-FFF2-40B4-BE49-F238E27FC236}">
                <a16:creationId xmlns:a16="http://schemas.microsoft.com/office/drawing/2014/main" id="{46D6A46A-CBE9-9D20-7272-3104974AD40D}"/>
              </a:ext>
            </a:extLst>
          </p:cNvPr>
          <p:cNvPicPr>
            <a:picLocks noChangeAspect="1"/>
          </p:cNvPicPr>
          <p:nvPr/>
        </p:nvPicPr>
        <p:blipFill rotWithShape="1">
          <a:blip r:embed="rId3"/>
          <a:srcRect l="29464" t="24704" r="27232" b="19565"/>
          <a:stretch/>
        </p:blipFill>
        <p:spPr>
          <a:xfrm>
            <a:off x="311718" y="896620"/>
            <a:ext cx="4355622" cy="3173589"/>
          </a:xfrm>
          <a:prstGeom prst="rect">
            <a:avLst/>
          </a:prstGeom>
        </p:spPr>
      </p:pic>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PDU Details</a:t>
            </a:r>
            <a:endParaRPr lang="en-US" sz="1600" dirty="0"/>
          </a:p>
        </p:txBody>
      </p:sp>
      <p:sp>
        <p:nvSpPr>
          <p:cNvPr id="3" name="Text 0"/>
          <p:cNvSpPr>
            <a:spLocks noGrp="1"/>
          </p:cNvSpPr>
          <p:nvPr>
            <p:ph type="body" idx="100" hasCustomPrompt="1"/>
          </p:nvPr>
        </p:nvSpPr>
        <p:spPr>
          <a:xfrm>
            <a:off x="0" y="274320"/>
            <a:ext cx="9144000" cy="364467"/>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The IPv4 Packet Header</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789680772"/>
              </p:ext>
            </p:extLst>
          </p:nvPr>
        </p:nvGraphicFramePr>
        <p:xfrm>
          <a:off x="182882" y="1017270"/>
          <a:ext cx="8744142" cy="3291840"/>
        </p:xfrm>
        <a:graphic>
          <a:graphicData uri="http://schemas.openxmlformats.org/drawingml/2006/table">
            <a:tbl>
              <a:tblPr/>
              <a:tblGrid>
                <a:gridCol w="3269928">
                  <a:extLst>
                    <a:ext uri="{9D8B030D-6E8A-4147-A177-3AD203B41FA5}">
                      <a16:colId xmlns:a16="http://schemas.microsoft.com/office/drawing/2014/main" val="20000"/>
                    </a:ext>
                  </a:extLst>
                </a:gridCol>
                <a:gridCol w="5474214">
                  <a:extLst>
                    <a:ext uri="{9D8B030D-6E8A-4147-A177-3AD203B41FA5}">
                      <a16:colId xmlns:a16="http://schemas.microsoft.com/office/drawing/2014/main" val="20001"/>
                    </a:ext>
                  </a:extLst>
                </a:gridCol>
              </a:tblGrid>
              <a:tr h="0">
                <a:tc>
                  <a:txBody>
                    <a:bodyPr/>
                    <a:lstStyle/>
                    <a:p>
                      <a:r>
                        <a:rPr lang="en-US" sz="1200" kern="1200">
                          <a:solidFill>
                            <a:schemeClr val="bg1"/>
                          </a:solidFill>
                          <a:latin typeface="Arial"/>
                          <a:ea typeface="+mn-lt"/>
                          <a:cs typeface="+mn-lt"/>
                        </a:rPr>
                        <a:t>IPv4 Header Field</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kern="1200">
                          <a:solidFill>
                            <a:schemeClr val="bg1"/>
                          </a:solidFill>
                          <a:latin typeface="Arial"/>
                          <a:ea typeface="+mn-lt"/>
                          <a:cs typeface="+mn-lt"/>
                        </a:rPr>
                        <a:t>Description</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a:solidFill>
                            <a:schemeClr val="tx1"/>
                          </a:solidFill>
                          <a:latin typeface="Arial"/>
                          <a:ea typeface="+mn-lt"/>
                          <a:cs typeface="+mn-lt"/>
                        </a:rPr>
                        <a:t>Version</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It contains a 4-bit binary value set to 0100 that identifies this as an IPv4 packet.</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kern="1200">
                          <a:solidFill>
                            <a:schemeClr val="tx1"/>
                          </a:solidFill>
                          <a:latin typeface="Arial"/>
                          <a:ea typeface="+mn-lt"/>
                          <a:cs typeface="+mn-lt"/>
                        </a:rPr>
                        <a:t>Internet Header length</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lvl="0">
                        <a:buNone/>
                      </a:pPr>
                      <a:r>
                        <a:rPr lang="en-US" sz="1200" b="0" i="0" u="none" strike="noStrike" kern="1200" noProof="0">
                          <a:latin typeface="Arial"/>
                        </a:rPr>
                        <a:t>A 4-bit field containing 20 bytes is the minimum length of the IP header. </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kern="1200">
                          <a:solidFill>
                            <a:schemeClr val="tx1"/>
                          </a:solidFill>
                          <a:latin typeface="Arial"/>
                          <a:ea typeface="+mn-lt"/>
                          <a:cs typeface="+mn-lt"/>
                        </a:rPr>
                        <a:t>Differentiated Services or </a:t>
                      </a:r>
                      <a:r>
                        <a:rPr lang="en-US" sz="1200" kern="1200" err="1">
                          <a:solidFill>
                            <a:schemeClr val="tx1"/>
                          </a:solidFill>
                          <a:latin typeface="Arial"/>
                          <a:ea typeface="+mn-lt"/>
                          <a:cs typeface="+mn-lt"/>
                        </a:rPr>
                        <a:t>DiffServ</a:t>
                      </a:r>
                      <a:r>
                        <a:rPr lang="en-US" sz="1200" kern="1200">
                          <a:solidFill>
                            <a:schemeClr val="tx1"/>
                          </a:solidFill>
                          <a:latin typeface="Arial"/>
                          <a:ea typeface="+mn-lt"/>
                          <a:cs typeface="+mn-lt"/>
                        </a:rPr>
                        <a:t> (DS)</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The DS field is an 8-bit field used to determine the priority of each packet. The six most significant bits of the DS field are the Differentiated Services Code Point (DSCP). The last two bits are the Explicit Congestion Notification (ECN) bits.</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kern="1200">
                          <a:solidFill>
                            <a:schemeClr val="tx1"/>
                          </a:solidFill>
                          <a:latin typeface="Arial"/>
                          <a:ea typeface="+mn-lt"/>
                          <a:cs typeface="+mn-lt"/>
                        </a:rPr>
                        <a:t>Total length</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lvl="0">
                        <a:buNone/>
                      </a:pPr>
                      <a:r>
                        <a:rPr lang="en-US" sz="1200" b="0" i="0" u="none" strike="noStrike" kern="1200" noProof="0">
                          <a:latin typeface="Arial"/>
                        </a:rPr>
                        <a:t>Specify the IP packet's length (IP header + user data). </a:t>
                      </a:r>
                      <a:r>
                        <a:rPr lang="en-US" sz="1200" kern="1200">
                          <a:solidFill>
                            <a:schemeClr val="tx1"/>
                          </a:solidFill>
                          <a:latin typeface="Arial"/>
                          <a:ea typeface="+mn-lt"/>
                          <a:cs typeface="+mn-lt"/>
                        </a:rPr>
                        <a:t>The total length field is 2 bytes, so the maximum size of an IP packet is 65,535 bytes; however, packets are much smaller in practice.</a:t>
                      </a:r>
                      <a:endParaRPr lang="pt-BR" sz="12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kern="1200">
                          <a:solidFill>
                            <a:schemeClr val="tx1"/>
                          </a:solidFill>
                          <a:latin typeface="Arial"/>
                          <a:ea typeface="+mn-lt"/>
                          <a:cs typeface="+mn-lt"/>
                        </a:rPr>
                        <a:t>Identification, Flag, and Fragment offset</a:t>
                      </a:r>
                      <a:endParaRPr lang="en-US"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As an IP packet moves through the internet, it might need to cross a route that cannot handle the size of the packet. The packet will be divided, or fragmented, into smaller packets and reassembled later. </a:t>
                      </a:r>
                      <a:endParaRPr lang="pt-BR" sz="1200">
                        <a:latin typeface="Arial"/>
                      </a:endParaRPr>
                    </a:p>
                    <a:p>
                      <a:pPr lvl="0">
                        <a:buNone/>
                      </a:pPr>
                      <a:r>
                        <a:rPr lang="en-US" sz="1200" b="0" i="0" u="none" strike="noStrike" kern="1200" noProof="0">
                          <a:latin typeface="Arial"/>
                        </a:rPr>
                        <a:t>These fields fragment and reassemble packets. </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3088881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PDU Details</a:t>
            </a:r>
            <a:endParaRPr lang="en-US" sz="1600"/>
          </a:p>
        </p:txBody>
      </p:sp>
      <p:sp>
        <p:nvSpPr>
          <p:cNvPr id="3" name="Text 0"/>
          <p:cNvSpPr>
            <a:spLocks noGrp="1"/>
          </p:cNvSpPr>
          <p:nvPr>
            <p:ph type="body" idx="100" hasCustomPrompt="1"/>
          </p:nvPr>
        </p:nvSpPr>
        <p:spPr>
          <a:xfrm>
            <a:off x="0" y="274320"/>
            <a:ext cx="9144000" cy="429165"/>
          </a:xfrm>
          <a:prstGeom prst="rect">
            <a:avLst/>
          </a:prstGeom>
          <a:noFill/>
          <a:ln/>
        </p:spPr>
        <p:txBody>
          <a:bodyPr wrap="square" lIns="91440" tIns="45720" rIns="91440" bIns="45720" rtlCol="0" anchor="t"/>
          <a:lstStyle/>
          <a:p>
            <a:r>
              <a:rPr lang="en-US" sz="2200" dirty="0">
                <a:solidFill>
                  <a:srgbClr val="024C69"/>
                </a:solidFill>
                <a:latin typeface="Arial"/>
                <a:cs typeface="Arial"/>
              </a:rPr>
              <a:t>The IPv4 Packet Header</a:t>
            </a:r>
            <a:r>
              <a:rPr lang="en-US">
                <a:latin typeface="Arial"/>
                <a:cs typeface="Arial"/>
              </a:rPr>
              <a:t> (Cont.)</a:t>
            </a:r>
            <a:endParaRPr lang="en-US" sz="2200"/>
          </a:p>
        </p:txBody>
      </p:sp>
      <p:graphicFrame>
        <p:nvGraphicFramePr>
          <p:cNvPr id="11" name="Table 0"/>
          <p:cNvGraphicFramePr>
            <a:graphicFrameLocks noGrp="1"/>
          </p:cNvGraphicFramePr>
          <p:nvPr>
            <p:extLst>
              <p:ext uri="{D42A27DB-BD31-4B8C-83A1-F6EECF244321}">
                <p14:modId xmlns:p14="http://schemas.microsoft.com/office/powerpoint/2010/main" val="1056883202"/>
              </p:ext>
            </p:extLst>
          </p:nvPr>
        </p:nvGraphicFramePr>
        <p:xfrm>
          <a:off x="82369" y="923421"/>
          <a:ext cx="8961117" cy="3383280"/>
        </p:xfrm>
        <a:graphic>
          <a:graphicData uri="http://schemas.openxmlformats.org/drawingml/2006/table">
            <a:tbl>
              <a:tblPr/>
              <a:tblGrid>
                <a:gridCol w="2198077">
                  <a:extLst>
                    <a:ext uri="{9D8B030D-6E8A-4147-A177-3AD203B41FA5}">
                      <a16:colId xmlns:a16="http://schemas.microsoft.com/office/drawing/2014/main" val="20000"/>
                    </a:ext>
                  </a:extLst>
                </a:gridCol>
                <a:gridCol w="6763040">
                  <a:extLst>
                    <a:ext uri="{9D8B030D-6E8A-4147-A177-3AD203B41FA5}">
                      <a16:colId xmlns:a16="http://schemas.microsoft.com/office/drawing/2014/main" val="20001"/>
                    </a:ext>
                  </a:extLst>
                </a:gridCol>
              </a:tblGrid>
              <a:tr h="0">
                <a:tc>
                  <a:txBody>
                    <a:bodyPr/>
                    <a:lstStyle/>
                    <a:p>
                      <a:r>
                        <a:rPr lang="en-US" sz="1200" kern="1200">
                          <a:solidFill>
                            <a:schemeClr val="bg1"/>
                          </a:solidFill>
                          <a:latin typeface="Arial"/>
                          <a:ea typeface="+mn-lt"/>
                          <a:cs typeface="+mn-lt"/>
                        </a:rPr>
                        <a:t>IPv4 Header Field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kern="1200">
                          <a:solidFill>
                            <a:schemeClr val="bg1"/>
                          </a:solidFill>
                          <a:latin typeface="Arial"/>
                          <a:ea typeface="+mn-lt"/>
                          <a:cs typeface="+mn-lt"/>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a:solidFill>
                            <a:schemeClr val="tx1"/>
                          </a:solidFill>
                          <a:latin typeface="Arial"/>
                          <a:ea typeface="+mn-lt"/>
                          <a:cs typeface="+mn-lt"/>
                        </a:rPr>
                        <a:t>Time-to-Live (TTL)</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lvl="0">
                        <a:buNone/>
                      </a:pPr>
                      <a:r>
                        <a:rPr lang="en-US" sz="1200" b="0" i="0" u="none" strike="noStrike" kern="1200" noProof="0">
                          <a:latin typeface="Arial"/>
                        </a:rPr>
                        <a:t>An 8-bit binary limits the lifetime of a packet. The packet sender sets the initial TTL value, which is decreased by one each time a router processes the packet. If the TTL field decrements to zero, the router discards the packet and sends an ICMP Time Exceeded message to the source IP address. </a:t>
                      </a:r>
                      <a:endParaRPr lang="en-US" sz="120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200" kern="1200">
                          <a:solidFill>
                            <a:schemeClr val="tx1"/>
                          </a:solidFill>
                          <a:latin typeface="Arial"/>
                          <a:ea typeface="+mn-lt"/>
                          <a:cs typeface="+mn-lt"/>
                        </a:rPr>
                        <a:t>Protocol</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lvl="0">
                        <a:buNone/>
                      </a:pPr>
                      <a:r>
                        <a:rPr lang="en-US" sz="1200" b="0" i="0" u="none" strike="noStrike" kern="1200" noProof="0">
                          <a:latin typeface="Arial"/>
                        </a:rPr>
                        <a:t>It identifies the next-level protocol. </a:t>
                      </a:r>
                      <a:r>
                        <a:rPr lang="en-US" sz="1200" kern="1200">
                          <a:solidFill>
                            <a:schemeClr val="tx1"/>
                          </a:solidFill>
                          <a:latin typeface="Arial"/>
                          <a:ea typeface="+mn-lt"/>
                          <a:cs typeface="+mn-lt"/>
                        </a:rPr>
                        <a:t> This 8-bit binary value indicates the data payload type that the packet is carrying, which enables the network layer to pass the data to the appropriate upper-layer protocol. </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kern="1200">
                          <a:solidFill>
                            <a:schemeClr val="tx1"/>
                          </a:solidFill>
                          <a:latin typeface="Arial"/>
                          <a:ea typeface="+mn-lt"/>
                          <a:cs typeface="+mn-lt"/>
                        </a:rPr>
                        <a:t>Header checksum</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lvl="0">
                        <a:buNone/>
                      </a:pPr>
                      <a:r>
                        <a:rPr lang="en-US" sz="1200" b="0" i="0" u="none" strike="noStrike" kern="1200" noProof="0">
                          <a:latin typeface="Arial"/>
                        </a:rPr>
                        <a:t>A calculated value based on the contents of the IP header determines any transmission-introduced errors.</a:t>
                      </a:r>
                      <a:endParaRPr lang="en-US" sz="1200" b="0" i="0" u="none" strike="noStrike" noProof="0">
                        <a:latin typeface="Arial"/>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r h="0">
                <a:tc>
                  <a:txBody>
                    <a:bodyPr/>
                    <a:lstStyle/>
                    <a:p>
                      <a:r>
                        <a:rPr lang="en-US" sz="1200" kern="1200">
                          <a:solidFill>
                            <a:schemeClr val="tx1"/>
                          </a:solidFill>
                          <a:latin typeface="Arial"/>
                          <a:ea typeface="+mn-lt"/>
                          <a:cs typeface="+mn-lt"/>
                        </a:rPr>
                        <a:t>Source IPv4 Address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It contains a 32-bit binary value that represents the source IPv4 address of the packet. The source IPv4 address is always a unicast address.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200" kern="1200">
                          <a:solidFill>
                            <a:schemeClr val="tx1"/>
                          </a:solidFill>
                          <a:latin typeface="Arial"/>
                          <a:ea typeface="+mn-lt"/>
                          <a:cs typeface="+mn-lt"/>
                        </a:rPr>
                        <a:t>Destination IPv4 Address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It contains a 32-bit binary value that represents the destination IPv4 address of the packet.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0"/>
                  </a:ext>
                </a:extLst>
              </a:tr>
              <a:tr h="0">
                <a:tc>
                  <a:txBody>
                    <a:bodyPr/>
                    <a:lstStyle/>
                    <a:p>
                      <a:r>
                        <a:rPr lang="en-US" sz="1200" kern="1200">
                          <a:solidFill>
                            <a:schemeClr val="tx1"/>
                          </a:solidFill>
                          <a:latin typeface="Arial"/>
                          <a:ea typeface="+mn-lt"/>
                          <a:cs typeface="+mn-lt"/>
                        </a:rPr>
                        <a:t>Options and Padding</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field that varies in length from 0 to a multiple of 32 bits. If the option values are not a multiple of 32 bits, 0s are added or padded to ensure that this field contains a multiple of 32 bits.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14</a:t>
            </a:fld>
            <a:endParaRPr lang="en-US"/>
          </a:p>
        </p:txBody>
      </p:sp>
    </p:spTree>
    <p:extLst>
      <p:ext uri="{BB962C8B-B14F-4D97-AF65-F5344CB8AC3E}">
        <p14:creationId xmlns:p14="http://schemas.microsoft.com/office/powerpoint/2010/main" val="3357633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PDU Details</a:t>
            </a:r>
            <a:endParaRPr lang="en-US" sz="1600" dirty="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Video - Sample IPv4 Headers in Wireshark</a:t>
            </a:r>
            <a:endParaRPr lang="en-US" sz="2200" dirty="0"/>
          </a:p>
        </p:txBody>
      </p:sp>
      <p:sp>
        <p:nvSpPr>
          <p:cNvPr id="5" name="Text 2"/>
          <p:cNvSpPr/>
          <p:nvPr/>
        </p:nvSpPr>
        <p:spPr>
          <a:xfrm>
            <a:off x="321469" y="834033"/>
            <a:ext cx="8229600" cy="1417967"/>
          </a:xfrm>
          <a:prstGeom prst="rect">
            <a:avLst/>
          </a:prstGeom>
          <a:noFill/>
          <a:ln/>
        </p:spPr>
        <p:txBody>
          <a:bodyPr wrap="square" lIns="91440" tIns="45720" rIns="91440" bIns="45720" rtlCol="0" anchor="t"/>
          <a:lstStyle/>
          <a:p>
            <a:r>
              <a:rPr lang="en-US" sz="1400" dirty="0">
                <a:latin typeface="Arial"/>
                <a:ea typeface="+mn-lt"/>
                <a:cs typeface="+mn-lt"/>
              </a:rPr>
              <a:t>This video will cover the following:</a:t>
            </a:r>
            <a:endParaRPr lang="pt-BR" sz="1400" dirty="0">
              <a:latin typeface="Arial"/>
              <a:ea typeface="+mn-lt"/>
              <a:cs typeface="+mn-lt"/>
            </a:endParaRPr>
          </a:p>
          <a:p>
            <a:endParaRPr lang="en-US" sz="1400" dirty="0">
              <a:latin typeface="Arial"/>
              <a:ea typeface="+mn-lt"/>
              <a:cs typeface="+mn-lt"/>
            </a:endParaRPr>
          </a:p>
          <a:p>
            <a:pPr marL="285750" indent="-285750">
              <a:buFont typeface="Arial"/>
              <a:buChar char="•"/>
            </a:pPr>
            <a:r>
              <a:rPr lang="en-US" sz="1400" dirty="0">
                <a:latin typeface="Arial"/>
                <a:ea typeface="+mn-lt"/>
                <a:cs typeface="+mn-lt"/>
              </a:rPr>
              <a:t>A demonstration of examining IPv4 headers in a Wireshark capture</a:t>
            </a:r>
          </a:p>
          <a:p>
            <a:pPr marL="285750" indent="-285750">
              <a:buFont typeface="Arial"/>
              <a:buChar char="•"/>
            </a:pPr>
            <a:r>
              <a:rPr lang="en-US" sz="1400" dirty="0">
                <a:latin typeface="Arial"/>
                <a:ea typeface="+mn-lt"/>
                <a:cs typeface="+mn-lt"/>
              </a:rPr>
              <a:t>The network layer information in a Wireshark packet capture</a:t>
            </a:r>
          </a:p>
          <a:p>
            <a:pPr marL="285750" indent="-285750">
              <a:buFont typeface="Arial"/>
              <a:buChar char="•"/>
            </a:pPr>
            <a:r>
              <a:rPr lang="en-US" sz="1400" dirty="0">
                <a:latin typeface="Arial"/>
                <a:ea typeface="+mn-lt"/>
                <a:cs typeface="+mn-lt"/>
              </a:rPr>
              <a:t>Identify source IP address, version, header length, DS field, flags, and TTL in each IPv4 packet.</a:t>
            </a:r>
          </a:p>
          <a:p>
            <a:pPr>
              <a:lnSpc>
                <a:spcPts val="2000"/>
              </a:lnSpc>
            </a:pPr>
            <a:endParaRPr lang="en-US" sz="1400" dirty="0">
              <a:latin typeface="Arial"/>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PDU Details</a:t>
            </a:r>
            <a:endParaRPr lang="en-US" sz="1600"/>
          </a:p>
        </p:txBody>
      </p:sp>
      <p:sp>
        <p:nvSpPr>
          <p:cNvPr id="3" name="Text 0"/>
          <p:cNvSpPr>
            <a:spLocks noGrp="1"/>
          </p:cNvSpPr>
          <p:nvPr>
            <p:ph type="body" idx="100" hasCustomPrompt="1"/>
          </p:nvPr>
        </p:nvSpPr>
        <p:spPr>
          <a:xfrm>
            <a:off x="0" y="274320"/>
            <a:ext cx="9144000" cy="386033"/>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The IPv6 Packet Header</a:t>
            </a:r>
            <a:endParaRPr lang="en-US" sz="2200"/>
          </a:p>
        </p:txBody>
      </p:sp>
      <p:graphicFrame>
        <p:nvGraphicFramePr>
          <p:cNvPr id="13" name="Table 0"/>
          <p:cNvGraphicFramePr>
            <a:graphicFrameLocks noGrp="1"/>
          </p:cNvGraphicFramePr>
          <p:nvPr>
            <p:extLst>
              <p:ext uri="{D42A27DB-BD31-4B8C-83A1-F6EECF244321}">
                <p14:modId xmlns:p14="http://schemas.microsoft.com/office/powerpoint/2010/main" val="36746779"/>
              </p:ext>
            </p:extLst>
          </p:nvPr>
        </p:nvGraphicFramePr>
        <p:xfrm>
          <a:off x="82369" y="741798"/>
          <a:ext cx="8961118" cy="3566160"/>
        </p:xfrm>
        <a:graphic>
          <a:graphicData uri="http://schemas.openxmlformats.org/drawingml/2006/table">
            <a:tbl>
              <a:tblPr/>
              <a:tblGrid>
                <a:gridCol w="1844386">
                  <a:extLst>
                    <a:ext uri="{9D8B030D-6E8A-4147-A177-3AD203B41FA5}">
                      <a16:colId xmlns:a16="http://schemas.microsoft.com/office/drawing/2014/main" val="20000"/>
                    </a:ext>
                  </a:extLst>
                </a:gridCol>
                <a:gridCol w="7116732">
                  <a:extLst>
                    <a:ext uri="{9D8B030D-6E8A-4147-A177-3AD203B41FA5}">
                      <a16:colId xmlns:a16="http://schemas.microsoft.com/office/drawing/2014/main" val="20001"/>
                    </a:ext>
                  </a:extLst>
                </a:gridCol>
              </a:tblGrid>
              <a:tr h="0">
                <a:tc>
                  <a:txBody>
                    <a:bodyPr/>
                    <a:lstStyle/>
                    <a:p>
                      <a:r>
                        <a:rPr lang="en-US" sz="1200" kern="1200">
                          <a:solidFill>
                            <a:schemeClr val="bg1"/>
                          </a:solidFill>
                          <a:latin typeface="Arial"/>
                          <a:ea typeface="+mn-lt"/>
                          <a:cs typeface="+mn-lt"/>
                        </a:rPr>
                        <a:t>IPv6 Header Field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kern="1200">
                          <a:solidFill>
                            <a:schemeClr val="bg1"/>
                          </a:solidFill>
                          <a:latin typeface="Arial"/>
                          <a:ea typeface="+mn-lt"/>
                          <a:cs typeface="+mn-lt"/>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a:solidFill>
                            <a:schemeClr val="tx1"/>
                          </a:solidFill>
                          <a:latin typeface="Arial"/>
                          <a:ea typeface="+mn-lt"/>
                          <a:cs typeface="+mn-lt"/>
                        </a:rPr>
                        <a:t>Version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field contains a 4-bit binary value set to 0110 that identifies this as an IPv6 packet.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kern="1200">
                          <a:solidFill>
                            <a:schemeClr val="tx1"/>
                          </a:solidFill>
                          <a:latin typeface="Arial"/>
                          <a:ea typeface="+mn-lt"/>
                          <a:cs typeface="+mn-lt"/>
                        </a:rPr>
                        <a:t>Traffic Class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8-bit field is equivalent to the IPv4 Differentiated Services (DS) field.</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kern="1200">
                          <a:solidFill>
                            <a:schemeClr val="tx1"/>
                          </a:solidFill>
                          <a:latin typeface="Arial"/>
                          <a:ea typeface="+mn-lt"/>
                          <a:cs typeface="+mn-lt"/>
                        </a:rPr>
                        <a:t>Flow Label</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20-bit field suggests that all packets with the same flow label receive the same type of handling by routers.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kern="1200">
                          <a:solidFill>
                            <a:schemeClr val="tx1"/>
                          </a:solidFill>
                          <a:latin typeface="Arial"/>
                          <a:ea typeface="+mn-lt"/>
                          <a:cs typeface="+mn-lt"/>
                        </a:rPr>
                        <a:t>Payload Length</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16-bit field indicates the length of the data portion or payload of the IPv6 packet.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kern="1200">
                          <a:solidFill>
                            <a:schemeClr val="tx1"/>
                          </a:solidFill>
                          <a:latin typeface="Arial"/>
                          <a:ea typeface="+mn-lt"/>
                          <a:cs typeface="+mn-lt"/>
                        </a:rPr>
                        <a:t>Next Header</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8-bit field is equivalent to the IPv4 Protocol field. It indicates the data payload type that the packet is carrying, enabling the network layer to pass the data to the appropriate upper-layer protocol.</a:t>
                      </a:r>
                      <a:endParaRPr lang="pt-BR" sz="1200"/>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kern="1200">
                          <a:solidFill>
                            <a:schemeClr val="tx1"/>
                          </a:solidFill>
                          <a:latin typeface="Arial"/>
                          <a:ea typeface="+mn-lt"/>
                          <a:cs typeface="+mn-lt"/>
                        </a:rPr>
                        <a:t>Hop Limit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lvl="0">
                        <a:buNone/>
                      </a:pPr>
                      <a:r>
                        <a:rPr lang="en-US" sz="1200" b="0" i="0" u="none" strike="noStrike" kern="1200" noProof="0">
                          <a:latin typeface="Arial"/>
                        </a:rPr>
                        <a:t>This 8-bit field replaces the IPv4 TTL field. This value decrements by a value of 1 by each router that forwards the packet. When the counter reaches 0, the packet discards, and an ICMPv6 Time Exceeded message is forwarded to the sending host, indicating that the packet did not reach its destination (the maximum hop limit). </a:t>
                      </a:r>
                      <a:endParaRPr lang="en-US" sz="1200" kern="1200">
                        <a:solidFill>
                          <a:schemeClr val="tx1"/>
                        </a:solidFill>
                        <a:latin typeface="Arial"/>
                        <a:ea typeface="+mn-lt"/>
                        <a:cs typeface="+mn-lt"/>
                      </a:endParaRP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r h="0">
                <a:tc>
                  <a:txBody>
                    <a:bodyPr/>
                    <a:lstStyle/>
                    <a:p>
                      <a:r>
                        <a:rPr lang="en-US" sz="1200" kern="1200">
                          <a:solidFill>
                            <a:schemeClr val="tx1"/>
                          </a:solidFill>
                          <a:latin typeface="Arial"/>
                          <a:ea typeface="+mn-lt"/>
                          <a:cs typeface="+mn-lt"/>
                        </a:rPr>
                        <a:t>Source IPv6 Address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128-bit field identifies the IPv6 address of the sending host.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kern="1200">
                          <a:solidFill>
                            <a:schemeClr val="tx1"/>
                          </a:solidFill>
                          <a:latin typeface="Arial"/>
                          <a:ea typeface="+mn-lt"/>
                          <a:cs typeface="+mn-lt"/>
                        </a:rPr>
                        <a:t>Destination IPv6 Address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This 128-bit field identifies the IPv6 address of the receiving host.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PDU Details</a:t>
            </a:r>
            <a:endParaRPr lang="en-US" sz="1600"/>
          </a:p>
        </p:txBody>
      </p:sp>
      <p:sp>
        <p:nvSpPr>
          <p:cNvPr id="3" name="Text 0"/>
          <p:cNvSpPr>
            <a:spLocks noGrp="1"/>
          </p:cNvSpPr>
          <p:nvPr>
            <p:ph type="body" idx="100" hasCustomPrompt="1"/>
          </p:nvPr>
        </p:nvSpPr>
        <p:spPr>
          <a:xfrm>
            <a:off x="0" y="274320"/>
            <a:ext cx="9144000" cy="446351"/>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Video - Sample IPv6 Headers in Wireshark</a:t>
            </a:r>
            <a:endParaRPr lang="en-US" sz="2200"/>
          </a:p>
        </p:txBody>
      </p:sp>
      <p:sp>
        <p:nvSpPr>
          <p:cNvPr id="5" name="TextBox 4">
            <a:extLst>
              <a:ext uri="{FF2B5EF4-FFF2-40B4-BE49-F238E27FC236}">
                <a16:creationId xmlns:a16="http://schemas.microsoft.com/office/drawing/2014/main" id="{BF9570E3-2A9C-477D-C3D5-CFE37337250C}"/>
              </a:ext>
            </a:extLst>
          </p:cNvPr>
          <p:cNvSpPr txBox="1"/>
          <p:nvPr/>
        </p:nvSpPr>
        <p:spPr>
          <a:xfrm>
            <a:off x="339664" y="836526"/>
            <a:ext cx="772656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rial"/>
                <a:ea typeface="+mn-lt"/>
                <a:cs typeface="+mn-lt"/>
              </a:rPr>
              <a:t>This video will cover the following:</a:t>
            </a:r>
          </a:p>
          <a:p>
            <a:endParaRPr lang="en-US" sz="1400" dirty="0">
              <a:latin typeface="Arial"/>
              <a:ea typeface="+mn-lt"/>
              <a:cs typeface="+mn-lt"/>
            </a:endParaRPr>
          </a:p>
          <a:p>
            <a:pPr marL="285750" indent="-285750">
              <a:buFont typeface="Arial"/>
              <a:buChar char="•"/>
            </a:pPr>
            <a:r>
              <a:rPr lang="en-US" sz="1400" dirty="0">
                <a:latin typeface="Arial"/>
                <a:ea typeface="+mn-lt"/>
                <a:cs typeface="+mn-lt"/>
              </a:rPr>
              <a:t>Investigate a threat landscape and 3 vulnerabilities that can be exploited by threat actors</a:t>
            </a:r>
          </a:p>
          <a:p>
            <a:pPr marL="285750" indent="-285750">
              <a:buFont typeface="Arial"/>
              <a:buChar char="•"/>
            </a:pPr>
            <a:r>
              <a:rPr lang="en-US" sz="1400" dirty="0">
                <a:latin typeface="Arial"/>
                <a:ea typeface="+mn-lt"/>
                <a:cs typeface="+mn-lt"/>
              </a:rPr>
              <a:t>Explore a vulnerability that results from a device that is not properly configured with security best practices</a:t>
            </a:r>
          </a:p>
          <a:p>
            <a:pPr marL="285750" indent="-285750">
              <a:buFont typeface="Arial"/>
              <a:buChar char="•"/>
            </a:pPr>
            <a:endParaRPr lang="en-US" sz="1400" dirty="0">
              <a:cs typeface="Calibri"/>
            </a:endParaRPr>
          </a:p>
          <a:p>
            <a:endParaRPr lang="en-US" sz="1400" dirty="0">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3.2 IP Vulnerabilities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Vulnerabilities</a:t>
            </a:r>
            <a:endParaRPr lang="en-US" sz="1600" dirty="0"/>
          </a:p>
        </p:txBody>
      </p:sp>
      <p:sp>
        <p:nvSpPr>
          <p:cNvPr id="3" name="Text 0"/>
          <p:cNvSpPr>
            <a:spLocks noGrp="1"/>
          </p:cNvSpPr>
          <p:nvPr>
            <p:ph type="body" idx="100" hasCustomPrompt="1"/>
          </p:nvPr>
        </p:nvSpPr>
        <p:spPr>
          <a:xfrm>
            <a:off x="0" y="274320"/>
            <a:ext cx="9144000" cy="38603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IP Vulnerabilities</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3182005226"/>
              </p:ext>
            </p:extLst>
          </p:nvPr>
        </p:nvGraphicFramePr>
        <p:xfrm>
          <a:off x="116085" y="744196"/>
          <a:ext cx="8961119" cy="3566160"/>
        </p:xfrm>
        <a:graphic>
          <a:graphicData uri="http://schemas.openxmlformats.org/drawingml/2006/table">
            <a:tbl>
              <a:tblPr/>
              <a:tblGrid>
                <a:gridCol w="3749597">
                  <a:extLst>
                    <a:ext uri="{9D8B030D-6E8A-4147-A177-3AD203B41FA5}">
                      <a16:colId xmlns:a16="http://schemas.microsoft.com/office/drawing/2014/main" val="20000"/>
                    </a:ext>
                  </a:extLst>
                </a:gridCol>
                <a:gridCol w="5211522">
                  <a:extLst>
                    <a:ext uri="{9D8B030D-6E8A-4147-A177-3AD203B41FA5}">
                      <a16:colId xmlns:a16="http://schemas.microsoft.com/office/drawing/2014/main" val="20001"/>
                    </a:ext>
                  </a:extLst>
                </a:gridCol>
              </a:tblGrid>
              <a:tr h="0">
                <a:tc>
                  <a:txBody>
                    <a:bodyPr/>
                    <a:lstStyle/>
                    <a:p>
                      <a:r>
                        <a:rPr lang="en-US" sz="1200" kern="1200">
                          <a:solidFill>
                            <a:schemeClr val="bg1"/>
                          </a:solidFill>
                          <a:latin typeface="Arial"/>
                          <a:ea typeface="+mn-lt"/>
                          <a:cs typeface="+mn-lt"/>
                        </a:rPr>
                        <a:t>IP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kern="1200">
                          <a:solidFill>
                            <a:schemeClr val="bg1"/>
                          </a:solidFill>
                          <a:latin typeface="Arial"/>
                          <a:ea typeface="+mn-lt"/>
                          <a:cs typeface="+mn-lt"/>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a:solidFill>
                            <a:schemeClr val="tx1"/>
                          </a:solidFill>
                          <a:latin typeface="Arial"/>
                          <a:ea typeface="+mn-lt"/>
                          <a:cs typeface="+mn-lt"/>
                        </a:rPr>
                        <a:t>ICMP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Threat actors use ICMP echo packets (pings) to discover subnets and hosts on a protected network, to generate DoS flood attacks, and to alter host routing tables.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kern="1200">
                          <a:solidFill>
                            <a:schemeClr val="tx1"/>
                          </a:solidFill>
                          <a:latin typeface="Arial"/>
                          <a:ea typeface="+mn-lt"/>
                          <a:cs typeface="+mn-lt"/>
                        </a:rPr>
                        <a:t>Denial-of-Service (DoS)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Threat actors attempt to prevent legitimate users from accessing information or services.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kern="1200">
                          <a:solidFill>
                            <a:schemeClr val="tx1"/>
                          </a:solidFill>
                          <a:latin typeface="Arial"/>
                          <a:ea typeface="+mn-lt"/>
                          <a:cs typeface="+mn-lt"/>
                        </a:rPr>
                        <a:t>Distributed Denial-of-Service (DDoS)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Similar to a DoS attack, but features a simultaneous, coordinated attack from multiple source machines.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kern="1200">
                          <a:solidFill>
                            <a:schemeClr val="tx1"/>
                          </a:solidFill>
                          <a:latin typeface="Arial"/>
                          <a:ea typeface="+mn-lt"/>
                          <a:cs typeface="+mn-lt"/>
                        </a:rPr>
                        <a:t>Address spoofing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Threat actors spoof the source IP address to perform blind spoofing or non-blind spoofing.</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kern="1200">
                          <a:solidFill>
                            <a:schemeClr val="tx1"/>
                          </a:solidFill>
                          <a:latin typeface="Arial"/>
                          <a:ea typeface="+mn-lt"/>
                          <a:cs typeface="+mn-lt"/>
                        </a:rPr>
                        <a:t>Man-in-the-middle attack (</a:t>
                      </a:r>
                      <a:r>
                        <a:rPr lang="en-US" sz="1200" kern="1200" err="1">
                          <a:solidFill>
                            <a:schemeClr val="tx1"/>
                          </a:solidFill>
                          <a:latin typeface="Arial"/>
                          <a:ea typeface="+mn-lt"/>
                          <a:cs typeface="+mn-lt"/>
                        </a:rPr>
                        <a:t>MiTM</a:t>
                      </a:r>
                      <a:r>
                        <a:rPr lang="en-US" sz="1200" kern="1200">
                          <a:solidFill>
                            <a:schemeClr val="tx1"/>
                          </a:solidFill>
                          <a:latin typeface="Arial"/>
                          <a:ea typeface="+mn-lt"/>
                          <a:cs typeface="+mn-lt"/>
                        </a:rPr>
                        <a: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Threat actors position themselves between a source and destination to transparently monitor, capture, and control the communication. They could simply eavesdrop by inspecting captured packets or alter packets and forward them to their original destination.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kern="1200">
                          <a:solidFill>
                            <a:schemeClr val="tx1"/>
                          </a:solidFill>
                          <a:latin typeface="Arial"/>
                          <a:ea typeface="+mn-lt"/>
                          <a:cs typeface="+mn-lt"/>
                        </a:rPr>
                        <a:t>Session hijacking</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chemeClr val="tx1"/>
                          </a:solidFill>
                          <a:latin typeface="Arial"/>
                          <a:ea typeface="+mn-lt"/>
                          <a:cs typeface="+mn-lt"/>
                        </a:rPr>
                        <a:t>Threat actors gain access to the physical network, and then use an </a:t>
                      </a:r>
                      <a:r>
                        <a:rPr lang="en-US" sz="1200" kern="1200" err="1">
                          <a:solidFill>
                            <a:schemeClr val="tx1"/>
                          </a:solidFill>
                          <a:latin typeface="Arial"/>
                          <a:ea typeface="+mn-lt"/>
                          <a:cs typeface="+mn-lt"/>
                        </a:rPr>
                        <a:t>MiTM</a:t>
                      </a:r>
                      <a:r>
                        <a:rPr lang="en-US" sz="1200" kern="1200">
                          <a:solidFill>
                            <a:schemeClr val="tx1"/>
                          </a:solidFill>
                          <a:latin typeface="Arial"/>
                          <a:ea typeface="+mn-lt"/>
                          <a:cs typeface="+mn-lt"/>
                        </a:rPr>
                        <a:t> attack to hijack a session.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956FD7-885E-EC71-59FF-99E9E0B72611}"/>
              </a:ext>
            </a:extLst>
          </p:cNvPr>
          <p:cNvSpPr>
            <a:spLocks noGrp="1"/>
          </p:cNvSpPr>
          <p:nvPr>
            <p:ph type="body" idx="100"/>
          </p:nvPr>
        </p:nvSpPr>
        <p:spPr>
          <a:xfrm>
            <a:off x="75311" y="310038"/>
            <a:ext cx="3043171" cy="415854"/>
          </a:xfrm>
        </p:spPr>
        <p:txBody>
          <a:bodyPr wrap="square" lIns="91440" tIns="45720" rIns="91440" bIns="45720" rtlCol="0" anchor="t"/>
          <a:lstStyle/>
          <a:p>
            <a:r>
              <a:rPr lang="en-US" dirty="0">
                <a:latin typeface="Arial"/>
                <a:cs typeface="Arial"/>
              </a:rPr>
              <a:t>ICMP Attacks</a:t>
            </a:r>
          </a:p>
          <a:p>
            <a:endParaRPr lang="en-US" sz="2800" dirty="0"/>
          </a:p>
        </p:txBody>
      </p:sp>
      <p:sp>
        <p:nvSpPr>
          <p:cNvPr id="4" name="TextBox 3">
            <a:extLst>
              <a:ext uri="{FF2B5EF4-FFF2-40B4-BE49-F238E27FC236}">
                <a16:creationId xmlns:a16="http://schemas.microsoft.com/office/drawing/2014/main" id="{2E0974CF-46E3-1411-6280-5A9C5DBB1FC6}"/>
              </a:ext>
            </a:extLst>
          </p:cNvPr>
          <p:cNvSpPr txBox="1"/>
          <p:nvPr/>
        </p:nvSpPr>
        <p:spPr>
          <a:xfrm>
            <a:off x="4237423" y="584002"/>
            <a:ext cx="4805957"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58585B"/>
                </a:solidFill>
                <a:latin typeface="Arial"/>
                <a:cs typeface="Arial"/>
              </a:rPr>
              <a:t>ICMP carries diagnostic messages and reports error conditions when routes, hosts, and ports are unavailable. </a:t>
            </a:r>
            <a:endParaRPr lang="en-US" sz="1400" dirty="0">
              <a:latin typeface="Arial"/>
              <a:cs typeface="Arial"/>
            </a:endParaRPr>
          </a:p>
          <a:p>
            <a:pPr marL="285750" indent="-285750">
              <a:buFont typeface="Arial"/>
              <a:buChar char="•"/>
            </a:pPr>
            <a:r>
              <a:rPr lang="en-US" sz="1400" dirty="0">
                <a:solidFill>
                  <a:srgbClr val="58585B"/>
                </a:solidFill>
                <a:latin typeface="Arial"/>
                <a:cs typeface="Arial"/>
              </a:rPr>
              <a:t>Messages are generated by devices when a network error or outage occurs. </a:t>
            </a:r>
            <a:endParaRPr lang="en-US" sz="1400" dirty="0">
              <a:solidFill>
                <a:srgbClr val="000000"/>
              </a:solidFill>
              <a:latin typeface="Arial"/>
              <a:cs typeface="Calibri" panose="020F0502020204030204"/>
            </a:endParaRPr>
          </a:p>
          <a:p>
            <a:pPr marL="285750" indent="-285750">
              <a:buFont typeface="Arial"/>
              <a:buChar char="•"/>
            </a:pPr>
            <a:r>
              <a:rPr lang="en-US" sz="1400" dirty="0">
                <a:solidFill>
                  <a:srgbClr val="58585B"/>
                </a:solidFill>
                <a:latin typeface="Arial"/>
                <a:cs typeface="Arial"/>
              </a:rPr>
              <a:t>The ping command is a user-generated ICMP message (echo request) used to verify connectivity to a destination.</a:t>
            </a:r>
            <a:endParaRPr lang="en-US" sz="1400" dirty="0">
              <a:latin typeface="Arial"/>
              <a:cs typeface="Arial"/>
            </a:endParaRPr>
          </a:p>
          <a:p>
            <a:endParaRPr lang="en-US" sz="1400" dirty="0">
              <a:solidFill>
                <a:srgbClr val="58585B"/>
              </a:solidFill>
              <a:latin typeface="Arial"/>
              <a:cs typeface="Arial"/>
            </a:endParaRPr>
          </a:p>
          <a:p>
            <a:r>
              <a:rPr lang="en-US" sz="1400" dirty="0">
                <a:solidFill>
                  <a:srgbClr val="58585B"/>
                </a:solidFill>
                <a:latin typeface="Arial"/>
                <a:cs typeface="Arial"/>
              </a:rPr>
              <a:t>Threat actors use ICMP for reconnaissance and scanning attacks. </a:t>
            </a:r>
          </a:p>
          <a:p>
            <a:pPr marL="285750" indent="-285750">
              <a:buFont typeface="Arial"/>
              <a:buChar char="•"/>
            </a:pPr>
            <a:r>
              <a:rPr lang="en-US" sz="1400" dirty="0">
                <a:solidFill>
                  <a:srgbClr val="58585B"/>
                </a:solidFill>
                <a:latin typeface="Arial"/>
                <a:cs typeface="Arial"/>
              </a:rPr>
              <a:t>It enables them to launch information-gathering attacks to map out a network topology, discover which hosts are active (reachable), identify the host operating system (OS fingerprinting), and determine the state of a firewall.</a:t>
            </a:r>
            <a:endParaRPr lang="en-US" sz="1400" dirty="0">
              <a:latin typeface="Arial"/>
              <a:cs typeface="Arial"/>
            </a:endParaRPr>
          </a:p>
          <a:p>
            <a:endParaRPr lang="en-US" sz="1400" dirty="0">
              <a:solidFill>
                <a:srgbClr val="58585B"/>
              </a:solidFill>
              <a:latin typeface="Arial"/>
              <a:cs typeface="Arial"/>
            </a:endParaRPr>
          </a:p>
          <a:p>
            <a:r>
              <a:rPr lang="en-US" sz="1400" dirty="0">
                <a:solidFill>
                  <a:srgbClr val="58585B"/>
                </a:solidFill>
                <a:latin typeface="Arial"/>
                <a:cs typeface="Arial"/>
              </a:rPr>
              <a:t>Threat actors also use ICMP for DoS and DDoS attacks, as shown in the ICMP flood attack in the figure.</a:t>
            </a:r>
          </a:p>
        </p:txBody>
      </p:sp>
      <p:pic>
        <p:nvPicPr>
          <p:cNvPr id="5" name="Picture 5" descr="Graphical user interface, text, application&#10;&#10;Description automatically generated">
            <a:extLst>
              <a:ext uri="{FF2B5EF4-FFF2-40B4-BE49-F238E27FC236}">
                <a16:creationId xmlns:a16="http://schemas.microsoft.com/office/drawing/2014/main" id="{1E7CA6C3-F8C2-B631-F843-CA66D3BF600A}"/>
              </a:ext>
            </a:extLst>
          </p:cNvPr>
          <p:cNvPicPr>
            <a:picLocks noChangeAspect="1"/>
          </p:cNvPicPr>
          <p:nvPr/>
        </p:nvPicPr>
        <p:blipFill rotWithShape="1">
          <a:blip r:embed="rId3"/>
          <a:srcRect l="28460" t="23652" r="27193" b="17565"/>
          <a:stretch/>
        </p:blipFill>
        <p:spPr>
          <a:xfrm>
            <a:off x="75009" y="1103710"/>
            <a:ext cx="4068031" cy="3021260"/>
          </a:xfrm>
          <a:prstGeom prst="rect">
            <a:avLst/>
          </a:prstGeom>
        </p:spPr>
      </p:pic>
      <p:sp>
        <p:nvSpPr>
          <p:cNvPr id="3" name="CaixaDeTexto 2">
            <a:extLst>
              <a:ext uri="{FF2B5EF4-FFF2-40B4-BE49-F238E27FC236}">
                <a16:creationId xmlns:a16="http://schemas.microsoft.com/office/drawing/2014/main" id="{E54E184A-6737-B4D3-42C4-1E0998B5E352}"/>
              </a:ext>
            </a:extLst>
          </p:cNvPr>
          <p:cNvSpPr txBox="1"/>
          <p:nvPr/>
        </p:nvSpPr>
        <p:spPr>
          <a:xfrm>
            <a:off x="11277" y="6060"/>
            <a:ext cx="515815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24C69"/>
                </a:solidFill>
                <a:latin typeface="Arial"/>
                <a:cs typeface="Arial"/>
              </a:rPr>
              <a:t>IP Vulnerabilities</a:t>
            </a:r>
            <a:endParaRPr lang="pt-BR" sz="1600" dirty="0"/>
          </a:p>
        </p:txBody>
      </p:sp>
    </p:spTree>
    <p:extLst>
      <p:ext uri="{BB962C8B-B14F-4D97-AF65-F5344CB8AC3E}">
        <p14:creationId xmlns:p14="http://schemas.microsoft.com/office/powerpoint/2010/main" val="3553677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Vulnerabilities</a:t>
            </a:r>
            <a:endParaRPr lang="en-US" sz="1600" dirty="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lIns="91440" tIns="45720" rIns="91440" bIns="45720" rtlCol="0" anchor="t"/>
          <a:lstStyle/>
          <a:p>
            <a:r>
              <a:rPr lang="en-US" sz="2200" dirty="0">
                <a:solidFill>
                  <a:srgbClr val="024C69"/>
                </a:solidFill>
                <a:latin typeface="Arial"/>
                <a:cs typeface="Arial"/>
              </a:rPr>
              <a:t>ICMP Attacks</a:t>
            </a:r>
            <a:r>
              <a:rPr lang="en-US" dirty="0">
                <a:latin typeface="Arial"/>
                <a:cs typeface="Arial"/>
              </a:rPr>
              <a:t> (Cont.)</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958951431"/>
              </p:ext>
            </p:extLst>
          </p:nvPr>
        </p:nvGraphicFramePr>
        <p:xfrm>
          <a:off x="91440" y="1371600"/>
          <a:ext cx="8961119" cy="1828800"/>
        </p:xfrm>
        <a:graphic>
          <a:graphicData uri="http://schemas.openxmlformats.org/drawingml/2006/table">
            <a:tbl>
              <a:tblPr/>
              <a:tblGrid>
                <a:gridCol w="3122341">
                  <a:extLst>
                    <a:ext uri="{9D8B030D-6E8A-4147-A177-3AD203B41FA5}">
                      <a16:colId xmlns:a16="http://schemas.microsoft.com/office/drawing/2014/main" val="20000"/>
                    </a:ext>
                  </a:extLst>
                </a:gridCol>
                <a:gridCol w="5838778">
                  <a:extLst>
                    <a:ext uri="{9D8B030D-6E8A-4147-A177-3AD203B41FA5}">
                      <a16:colId xmlns:a16="http://schemas.microsoft.com/office/drawing/2014/main" val="20001"/>
                    </a:ext>
                  </a:extLst>
                </a:gridCol>
              </a:tblGrid>
              <a:tr h="0">
                <a:tc>
                  <a:txBody>
                    <a:bodyPr/>
                    <a:lstStyle/>
                    <a:p>
                      <a:r>
                        <a:rPr lang="en-US" sz="1200" kern="1200">
                          <a:solidFill>
                            <a:schemeClr val="bg1"/>
                          </a:solidFill>
                          <a:latin typeface="Arial"/>
                          <a:ea typeface="+mn-ea"/>
                          <a:cs typeface="Arial"/>
                        </a:rPr>
                        <a:t>ICMP Message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kern="1200">
                          <a:solidFill>
                            <a:schemeClr val="bg1"/>
                          </a:solidFill>
                          <a:latin typeface="Arial"/>
                          <a:ea typeface="+mn-ea"/>
                          <a:cs typeface="Arial"/>
                        </a:rPr>
                        <a:t>Description</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kern="1200">
                          <a:solidFill>
                            <a:srgbClr val="58585B"/>
                          </a:solidFill>
                          <a:latin typeface="Arial"/>
                          <a:ea typeface="+mn-ea"/>
                          <a:cs typeface="Arial"/>
                        </a:rPr>
                        <a:t>ICMP echo request and echo reply</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rgbClr val="58585B"/>
                          </a:solidFill>
                          <a:latin typeface="Arial"/>
                          <a:ea typeface="+mn-ea"/>
                          <a:cs typeface="Arial"/>
                        </a:rPr>
                        <a:t>Performs host verification and DoS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kern="1200">
                          <a:solidFill>
                            <a:srgbClr val="58585B"/>
                          </a:solidFill>
                          <a:latin typeface="Arial"/>
                          <a:ea typeface="+mn-ea"/>
                          <a:cs typeface="Arial"/>
                        </a:rPr>
                        <a:t>ICMP unreachable</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rgbClr val="58585B"/>
                          </a:solidFill>
                          <a:latin typeface="Arial"/>
                          <a:ea typeface="+mn-ea"/>
                          <a:cs typeface="Arial"/>
                        </a:rPr>
                        <a:t>Performs network reconnaissance and scanning attacks.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kern="1200">
                          <a:solidFill>
                            <a:srgbClr val="58585B"/>
                          </a:solidFill>
                          <a:latin typeface="Arial"/>
                          <a:ea typeface="+mn-ea"/>
                          <a:cs typeface="Arial"/>
                        </a:rPr>
                        <a:t>ICMP mask reply</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rgbClr val="58585B"/>
                          </a:solidFill>
                          <a:latin typeface="Arial"/>
                          <a:ea typeface="+mn-ea"/>
                          <a:cs typeface="Arial"/>
                        </a:rPr>
                        <a:t>Maps an internal IP network.</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kern="1200">
                          <a:solidFill>
                            <a:srgbClr val="58585B"/>
                          </a:solidFill>
                          <a:latin typeface="Arial"/>
                          <a:ea typeface="+mn-ea"/>
                          <a:cs typeface="Arial"/>
                        </a:rPr>
                        <a:t>ICMP redirects</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rgbClr val="58585B"/>
                          </a:solidFill>
                          <a:latin typeface="Arial"/>
                          <a:ea typeface="+mn-ea"/>
                          <a:cs typeface="Arial"/>
                        </a:rPr>
                        <a:t>Lures a target host into sending all traffic through a compromised device and create a </a:t>
                      </a:r>
                      <a:r>
                        <a:rPr lang="en-US" sz="1200" kern="1200" err="1">
                          <a:solidFill>
                            <a:srgbClr val="58585B"/>
                          </a:solidFill>
                          <a:latin typeface="Arial"/>
                          <a:ea typeface="+mn-ea"/>
                          <a:cs typeface="Arial"/>
                        </a:rPr>
                        <a:t>MiTM</a:t>
                      </a:r>
                      <a:r>
                        <a:rPr lang="en-US" sz="1200" kern="1200">
                          <a:solidFill>
                            <a:srgbClr val="58585B"/>
                          </a:solidFill>
                          <a:latin typeface="Arial"/>
                          <a:ea typeface="+mn-ea"/>
                          <a:cs typeface="Arial"/>
                        </a:rPr>
                        <a:t> attack.</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r h="0">
                <a:tc>
                  <a:txBody>
                    <a:bodyPr/>
                    <a:lstStyle/>
                    <a:p>
                      <a:r>
                        <a:rPr lang="en-US" sz="1200" kern="1200">
                          <a:solidFill>
                            <a:srgbClr val="58585B"/>
                          </a:solidFill>
                          <a:latin typeface="Arial"/>
                          <a:ea typeface="+mn-ea"/>
                          <a:cs typeface="Arial"/>
                        </a:rPr>
                        <a:t>ICMP router discovery</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kern="1200">
                          <a:solidFill>
                            <a:srgbClr val="58585B"/>
                          </a:solidFill>
                          <a:latin typeface="Arial"/>
                          <a:ea typeface="+mn-ea"/>
                          <a:cs typeface="Arial"/>
                        </a:rPr>
                        <a:t>Injects bogus route entries into the routing table of a target host.</a:t>
                      </a:r>
                    </a:p>
                  </a:txBody>
                  <a:tcP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Vulnerabilities</a:t>
            </a:r>
            <a:endParaRPr lang="en-US" sz="1600"/>
          </a:p>
        </p:txBody>
      </p:sp>
      <p:sp>
        <p:nvSpPr>
          <p:cNvPr id="3" name="Text 0"/>
          <p:cNvSpPr>
            <a:spLocks noGrp="1"/>
          </p:cNvSpPr>
          <p:nvPr>
            <p:ph type="body" idx="100" hasCustomPrompt="1"/>
          </p:nvPr>
        </p:nvSpPr>
        <p:spPr>
          <a:xfrm>
            <a:off x="0" y="274320"/>
            <a:ext cx="9144000" cy="91440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Video - Amplification, Reflection, and Spoofing Attacks</a:t>
            </a:r>
            <a:endParaRPr lang="en-US" sz="2200"/>
          </a:p>
        </p:txBody>
      </p:sp>
      <p:sp>
        <p:nvSpPr>
          <p:cNvPr id="5" name="Text 2"/>
          <p:cNvSpPr/>
          <p:nvPr/>
        </p:nvSpPr>
        <p:spPr>
          <a:xfrm>
            <a:off x="258961" y="878681"/>
            <a:ext cx="8229600" cy="1148392"/>
          </a:xfrm>
          <a:prstGeom prst="rect">
            <a:avLst/>
          </a:prstGeom>
          <a:noFill/>
          <a:ln/>
        </p:spPr>
        <p:txBody>
          <a:bodyPr wrap="square" lIns="91440" tIns="45720" rIns="91440" bIns="45720" rtlCol="0" anchor="t"/>
          <a:lstStyle/>
          <a:p>
            <a:pPr>
              <a:lnSpc>
                <a:spcPts val="2000"/>
              </a:lnSpc>
            </a:pPr>
            <a:r>
              <a:rPr lang="en-US" sz="1400" dirty="0">
                <a:latin typeface="Arial"/>
                <a:ea typeface="+mn-lt"/>
                <a:cs typeface="+mn-lt"/>
              </a:rPr>
              <a:t>This video will cover the following:</a:t>
            </a:r>
            <a:endParaRPr lang="pt-BR" dirty="0">
              <a:latin typeface="Calibri" panose="020F0502020204030204"/>
              <a:ea typeface="+mn-lt"/>
              <a:cs typeface="+mn-lt"/>
            </a:endParaRPr>
          </a:p>
          <a:p>
            <a:pPr>
              <a:lnSpc>
                <a:spcPts val="2000"/>
              </a:lnSpc>
            </a:pPr>
            <a:endParaRPr lang="en-US" sz="1400" dirty="0">
              <a:latin typeface="Arial"/>
              <a:cs typeface="Calibri"/>
            </a:endParaRPr>
          </a:p>
          <a:p>
            <a:pPr marL="285750" indent="-285750">
              <a:buFont typeface="Arial,Sans-Serif"/>
              <a:buChar char="•"/>
            </a:pPr>
            <a:r>
              <a:rPr lang="en-US" sz="1400" dirty="0">
                <a:latin typeface="Arial"/>
                <a:cs typeface="Arial"/>
              </a:rPr>
              <a:t>Explain the amplification, reflection, and spoofing attack</a:t>
            </a:r>
            <a:endParaRPr lang="en-US" sz="1400" dirty="0">
              <a:ea typeface="+mn-lt"/>
              <a:cs typeface="+mn-lt"/>
            </a:endParaRPr>
          </a:p>
          <a:p>
            <a:pPr marL="285750" indent="-285750">
              <a:buFont typeface="Arial,Sans-Serif"/>
              <a:buChar char="•"/>
            </a:pPr>
            <a:r>
              <a:rPr lang="en-US" sz="1400" dirty="0">
                <a:latin typeface="Arial"/>
                <a:cs typeface="Arial"/>
              </a:rPr>
              <a:t>Identify and address the difference between non-blind spoofing and blind spoofing attacks</a:t>
            </a:r>
            <a:endParaRPr lang="en-US" sz="1400" dirty="0">
              <a:ea typeface="+mn-lt"/>
              <a:cs typeface="+mn-lt"/>
            </a:endParaRPr>
          </a:p>
          <a:p>
            <a:pPr>
              <a:lnSpc>
                <a:spcPts val="2000"/>
              </a:lnSpc>
            </a:pPr>
            <a:endParaRPr lang="en-US" sz="1400" dirty="0">
              <a:latin typeface="Arial"/>
              <a:cs typeface="Calibri"/>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9296"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IP Vulnerabilities</a:t>
            </a:r>
            <a:endParaRPr lang="en-US" sz="1600" dirty="0"/>
          </a:p>
        </p:txBody>
      </p:sp>
      <p:sp>
        <p:nvSpPr>
          <p:cNvPr id="3" name="Text 0"/>
          <p:cNvSpPr>
            <a:spLocks noGrp="1"/>
          </p:cNvSpPr>
          <p:nvPr>
            <p:ph type="body" idx="100" hasCustomPrompt="1"/>
          </p:nvPr>
        </p:nvSpPr>
        <p:spPr>
          <a:xfrm>
            <a:off x="9293" y="274320"/>
            <a:ext cx="9144000" cy="439948"/>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Amplification and Reflection Attacks</a:t>
            </a:r>
            <a:endParaRPr lang="en-US" sz="2200" dirty="0"/>
          </a:p>
        </p:txBody>
      </p:sp>
      <p:sp>
        <p:nvSpPr>
          <p:cNvPr id="5" name="Text 2"/>
          <p:cNvSpPr/>
          <p:nvPr/>
        </p:nvSpPr>
        <p:spPr>
          <a:xfrm>
            <a:off x="4963065" y="1679266"/>
            <a:ext cx="3952456" cy="2440888"/>
          </a:xfrm>
          <a:prstGeom prst="rect">
            <a:avLst/>
          </a:prstGeom>
          <a:noFill/>
          <a:ln/>
        </p:spPr>
        <p:txBody>
          <a:bodyPr wrap="square" lIns="91440" tIns="45720" rIns="91440" bIns="45720" rtlCol="0" anchor="t"/>
          <a:lstStyle/>
          <a:p>
            <a:pPr marL="285750" indent="-285750">
              <a:buFont typeface="Arial"/>
              <a:buChar char="•"/>
            </a:pPr>
            <a:r>
              <a:rPr lang="en-US" sz="1400" dirty="0">
                <a:latin typeface="Arial" panose="020B0604020202020204" pitchFamily="34" charset="0"/>
                <a:ea typeface="+mn-lt"/>
                <a:cs typeface="Arial" panose="020B0604020202020204" pitchFamily="34" charset="0"/>
              </a:rPr>
              <a:t>Threat actors often use amplification and reflection techniques to create DoS attacks.</a:t>
            </a:r>
          </a:p>
          <a:p>
            <a:endParaRPr lang="en-US" sz="1400" dirty="0">
              <a:latin typeface="Arial" panose="020B0604020202020204" pitchFamily="34" charset="0"/>
              <a:ea typeface="+mn-lt"/>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The example in the figure illustrates how an amplification and reflection technique called a Smurf attack is used to overwhelm a target host.</a:t>
            </a:r>
            <a:endParaRPr lang="en-US" sz="1400" dirty="0">
              <a:latin typeface="Arial" panose="020B0604020202020204" pitchFamily="34" charset="0"/>
              <a:cs typeface="Arial" panose="020B0604020202020204" pitchFamily="34" charset="0"/>
            </a:endParaRPr>
          </a:p>
          <a:p>
            <a:pPr>
              <a:lnSpc>
                <a:spcPts val="2000"/>
              </a:lnSpc>
            </a:pPr>
            <a:br>
              <a:rPr lang="en-US" dirty="0">
                <a:latin typeface="Arial" panose="020B0604020202020204" pitchFamily="34" charset="0"/>
                <a:cs typeface="Arial" panose="020B0604020202020204" pitchFamily="34" charset="0"/>
              </a:rPr>
            </a:br>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23</a:t>
            </a:fld>
            <a:endParaRPr lang="en-US"/>
          </a:p>
        </p:txBody>
      </p:sp>
      <p:pic>
        <p:nvPicPr>
          <p:cNvPr id="4" name="Picture 5" descr="Diagram&#10;&#10;Description automatically generated">
            <a:extLst>
              <a:ext uri="{FF2B5EF4-FFF2-40B4-BE49-F238E27FC236}">
                <a16:creationId xmlns:a16="http://schemas.microsoft.com/office/drawing/2014/main" id="{D8BD7C88-FB12-F586-72B8-5747BEFDA783}"/>
              </a:ext>
            </a:extLst>
          </p:cNvPr>
          <p:cNvPicPr>
            <a:picLocks noChangeAspect="1"/>
          </p:cNvPicPr>
          <p:nvPr/>
        </p:nvPicPr>
        <p:blipFill rotWithShape="1">
          <a:blip r:embed="rId3"/>
          <a:srcRect l="29470" t="22763" r="29470" b="15953"/>
          <a:stretch/>
        </p:blipFill>
        <p:spPr>
          <a:xfrm>
            <a:off x="646512" y="889399"/>
            <a:ext cx="3908313" cy="328613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89466" y="52904"/>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IP Vulnerabilities</a:t>
            </a:r>
            <a:endParaRPr lang="en-US" sz="1600"/>
          </a:p>
        </p:txBody>
      </p:sp>
      <p:sp>
        <p:nvSpPr>
          <p:cNvPr id="3" name="Text 0"/>
          <p:cNvSpPr>
            <a:spLocks noGrp="1"/>
          </p:cNvSpPr>
          <p:nvPr>
            <p:ph type="body" idx="100" hasCustomPrompt="1"/>
          </p:nvPr>
        </p:nvSpPr>
        <p:spPr>
          <a:xfrm>
            <a:off x="86096" y="327224"/>
            <a:ext cx="9144000" cy="375250"/>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Address Spoofing Attacks</a:t>
            </a:r>
            <a:endParaRPr lang="en-US" sz="2200"/>
          </a:p>
        </p:txBody>
      </p:sp>
      <p:sp>
        <p:nvSpPr>
          <p:cNvPr id="5" name="Text 2"/>
          <p:cNvSpPr/>
          <p:nvPr/>
        </p:nvSpPr>
        <p:spPr>
          <a:xfrm>
            <a:off x="455414" y="941189"/>
            <a:ext cx="8229600" cy="3369693"/>
          </a:xfrm>
          <a:prstGeom prst="rect">
            <a:avLst/>
          </a:prstGeom>
          <a:noFill/>
          <a:ln/>
        </p:spPr>
        <p:txBody>
          <a:bodyPr wrap="square" lIns="91440" tIns="45720" rIns="91440" bIns="45720" rtlCol="0" anchor="t"/>
          <a:lstStyle/>
          <a:p>
            <a:r>
              <a:rPr lang="en-US" sz="1400" dirty="0">
                <a:latin typeface="Arial" panose="020B0604020202020204" pitchFamily="34" charset="0"/>
                <a:ea typeface="+mn-lt"/>
                <a:cs typeface="Arial" panose="020B0604020202020204" pitchFamily="34" charset="0"/>
              </a:rPr>
              <a:t>IP address spoofing attacks occur when a threat actor creates packets with false source IP address information to hide the sender's identity or pose as another legitimate user. </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Spoofing attacks can be non-blind or blind: </a:t>
            </a:r>
            <a:br>
              <a:rPr lang="en-US" sz="1400" dirty="0">
                <a:latin typeface="Arial" panose="020B0604020202020204" pitchFamily="34" charset="0"/>
                <a:cs typeface="Arial" panose="020B0604020202020204" pitchFamily="34" charset="0"/>
              </a:rPr>
            </a:br>
            <a:endParaRPr lang="en-US" sz="1400" dirty="0">
              <a:latin typeface="Arial" panose="020B0604020202020204" pitchFamily="34" charset="0"/>
              <a:cs typeface="Arial" panose="020B0604020202020204" pitchFamily="34" charset="0"/>
            </a:endParaRPr>
          </a:p>
          <a:p>
            <a:pPr marL="285750" indent="-285750">
              <a:buFont typeface="Arial"/>
              <a:buChar char="•"/>
            </a:pPr>
            <a:r>
              <a:rPr lang="en-US" sz="1400" dirty="0">
                <a:latin typeface="Arial" panose="020B0604020202020204" pitchFamily="34" charset="0"/>
                <a:ea typeface="+mn-lt"/>
                <a:cs typeface="Arial" panose="020B0604020202020204" pitchFamily="34" charset="0"/>
              </a:rPr>
              <a:t>Non-blind spoofing - The threat actor can see the traffic sent between the host and the target. The threat actor uses non-blind spoofing to inspect the reply packet from the target victim. </a:t>
            </a:r>
          </a:p>
          <a:p>
            <a:pPr marL="285750" indent="-285750">
              <a:buFont typeface="Arial"/>
              <a:buChar char="•"/>
            </a:pPr>
            <a:r>
              <a:rPr lang="en-US" sz="1400" dirty="0">
                <a:latin typeface="Arial" panose="020B0604020202020204" pitchFamily="34" charset="0"/>
                <a:ea typeface="+mn-lt"/>
                <a:cs typeface="Arial" panose="020B0604020202020204" pitchFamily="34" charset="0"/>
              </a:rPr>
              <a:t>Blind spoofing - The threat actor cannot see the traffic sent between the host and the target. Blind spoofing uses in DoS attacks. </a:t>
            </a:r>
            <a:endParaRPr lang="en-US" sz="1400" dirty="0">
              <a:latin typeface="Arial" panose="020B0604020202020204" pitchFamily="34" charset="0"/>
              <a:cs typeface="Arial" panose="020B0604020202020204" pitchFamily="34" charset="0"/>
            </a:endParaRPr>
          </a:p>
          <a:p>
            <a:pPr marL="285750" indent="-285750">
              <a:buFont typeface="Arial"/>
              <a:buChar char="•"/>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ea typeface="+mn-lt"/>
                <a:cs typeface="Arial" panose="020B0604020202020204" pitchFamily="34" charset="0"/>
              </a:rPr>
              <a:t>MAC addresses spoofing attacks when threat actors have access to the internal network. Threat actors alter the MAC address of their host to match another known MAC address of a target host. </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E7BF90-6A28-1DBE-9D7B-A6B4463EA0D5}"/>
              </a:ext>
            </a:extLst>
          </p:cNvPr>
          <p:cNvSpPr>
            <a:spLocks noGrp="1"/>
          </p:cNvSpPr>
          <p:nvPr>
            <p:ph type="body" idx="100"/>
          </p:nvPr>
        </p:nvSpPr>
        <p:spPr>
          <a:xfrm>
            <a:off x="49535" y="318969"/>
            <a:ext cx="8788161" cy="461514"/>
          </a:xfrm>
        </p:spPr>
        <p:txBody>
          <a:bodyPr wrap="square" lIns="91440" tIns="45720" rIns="91440" bIns="45720" rtlCol="0" anchor="t"/>
          <a:lstStyle/>
          <a:p>
            <a:r>
              <a:rPr lang="en-US" dirty="0">
                <a:latin typeface="Arial"/>
                <a:cs typeface="Arial"/>
              </a:rPr>
              <a:t>Address Spoofing Attacks (Cont.)</a:t>
            </a:r>
            <a:endParaRPr lang="pt-BR" dirty="0"/>
          </a:p>
          <a:p>
            <a:br>
              <a:rPr lang="en-US" dirty="0"/>
            </a:br>
            <a:endParaRPr lang="en-US" dirty="0"/>
          </a:p>
        </p:txBody>
      </p:sp>
      <p:pic>
        <p:nvPicPr>
          <p:cNvPr id="4" name="Picture 4" descr="Graphical user interface, diagram, application&#10;&#10;Description automatically generated">
            <a:extLst>
              <a:ext uri="{FF2B5EF4-FFF2-40B4-BE49-F238E27FC236}">
                <a16:creationId xmlns:a16="http://schemas.microsoft.com/office/drawing/2014/main" id="{E143A562-5465-57EA-B55C-4FA42F258500}"/>
              </a:ext>
            </a:extLst>
          </p:cNvPr>
          <p:cNvPicPr>
            <a:picLocks noChangeAspect="1"/>
          </p:cNvPicPr>
          <p:nvPr/>
        </p:nvPicPr>
        <p:blipFill rotWithShape="1">
          <a:blip r:embed="rId3"/>
          <a:srcRect l="25401" t="23333" r="16646" b="17111"/>
          <a:stretch/>
        </p:blipFill>
        <p:spPr>
          <a:xfrm>
            <a:off x="128589" y="1121568"/>
            <a:ext cx="5716039" cy="3240413"/>
          </a:xfrm>
          <a:prstGeom prst="rect">
            <a:avLst/>
          </a:prstGeom>
        </p:spPr>
      </p:pic>
      <p:sp>
        <p:nvSpPr>
          <p:cNvPr id="5" name="TextBox 4">
            <a:extLst>
              <a:ext uri="{FF2B5EF4-FFF2-40B4-BE49-F238E27FC236}">
                <a16:creationId xmlns:a16="http://schemas.microsoft.com/office/drawing/2014/main" id="{9D8951BB-2FE6-7C31-E83E-FCEDDCB02E2B}"/>
              </a:ext>
            </a:extLst>
          </p:cNvPr>
          <p:cNvSpPr txBox="1"/>
          <p:nvPr/>
        </p:nvSpPr>
        <p:spPr>
          <a:xfrm>
            <a:off x="5842913" y="1478824"/>
            <a:ext cx="3011091"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dirty="0">
                <a:solidFill>
                  <a:schemeClr val="tx1">
                    <a:lumMod val="50000"/>
                  </a:schemeClr>
                </a:solidFill>
                <a:latin typeface="Arial"/>
                <a:cs typeface="Arial"/>
              </a:rPr>
              <a:t>The switch overwrites the current CAM table entry and assigns the MAC address to the new port, as shown in the figure. </a:t>
            </a:r>
            <a:endParaRPr lang="pt-BR" dirty="0">
              <a:solidFill>
                <a:schemeClr val="tx1">
                  <a:lumMod val="50000"/>
                </a:schemeClr>
              </a:solidFill>
              <a:latin typeface="Calibri" panose="020F0502020204030204"/>
              <a:cs typeface="Calibri" panose="020F0502020204030204"/>
            </a:endParaRPr>
          </a:p>
          <a:p>
            <a:endParaRPr lang="en-US" sz="1400" dirty="0">
              <a:solidFill>
                <a:schemeClr val="tx1">
                  <a:lumMod val="50000"/>
                </a:schemeClr>
              </a:solidFill>
              <a:latin typeface="Arial"/>
              <a:cs typeface="Arial"/>
            </a:endParaRPr>
          </a:p>
          <a:p>
            <a:pPr marL="285750" indent="-285750">
              <a:buFont typeface="Arial"/>
              <a:buChar char="•"/>
            </a:pPr>
            <a:r>
              <a:rPr lang="en-US" sz="1400" dirty="0">
                <a:solidFill>
                  <a:schemeClr val="tx1">
                    <a:lumMod val="50000"/>
                  </a:schemeClr>
                </a:solidFill>
                <a:latin typeface="Arial"/>
                <a:cs typeface="Arial"/>
              </a:rPr>
              <a:t>It then forwards frames destined for the target host to the attacking host.</a:t>
            </a:r>
            <a:endParaRPr lang="pt-BR" dirty="0">
              <a:solidFill>
                <a:schemeClr val="tx1">
                  <a:lumMod val="50000"/>
                </a:schemeClr>
              </a:solidFill>
              <a:cs typeface="Calibri"/>
            </a:endParaRPr>
          </a:p>
        </p:txBody>
      </p:sp>
      <p:sp>
        <p:nvSpPr>
          <p:cNvPr id="3" name="CaixaDeTexto 2">
            <a:extLst>
              <a:ext uri="{FF2B5EF4-FFF2-40B4-BE49-F238E27FC236}">
                <a16:creationId xmlns:a16="http://schemas.microsoft.com/office/drawing/2014/main" id="{E55BDA5E-8F7A-F8B1-3DA3-A97B80689B08}"/>
              </a:ext>
            </a:extLst>
          </p:cNvPr>
          <p:cNvSpPr txBox="1"/>
          <p:nvPr/>
        </p:nvSpPr>
        <p:spPr>
          <a:xfrm>
            <a:off x="7436" y="7696"/>
            <a:ext cx="55759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24C69"/>
                </a:solidFill>
                <a:latin typeface="Arial"/>
                <a:cs typeface="Arial"/>
              </a:rPr>
              <a:t>IP Vulnerabilities</a:t>
            </a:r>
            <a:endParaRPr lang="pt-BR" dirty="0"/>
          </a:p>
        </p:txBody>
      </p:sp>
    </p:spTree>
    <p:extLst>
      <p:ext uri="{BB962C8B-B14F-4D97-AF65-F5344CB8AC3E}">
        <p14:creationId xmlns:p14="http://schemas.microsoft.com/office/powerpoint/2010/main" val="1125455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78618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3.3 TCP and UDP Vulnerabilities</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TCP and UDP Vulnerabilities</a:t>
            </a:r>
            <a:endParaRPr lang="en-US" sz="1600" dirty="0"/>
          </a:p>
        </p:txBody>
      </p:sp>
      <p:sp>
        <p:nvSpPr>
          <p:cNvPr id="3" name="Text 0"/>
          <p:cNvSpPr>
            <a:spLocks noGrp="1"/>
          </p:cNvSpPr>
          <p:nvPr>
            <p:ph type="body" idx="100" hasCustomPrompt="1"/>
          </p:nvPr>
        </p:nvSpPr>
        <p:spPr>
          <a:xfrm>
            <a:off x="0" y="274320"/>
            <a:ext cx="9144000" cy="413340"/>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TCP Segment Header</a:t>
            </a:r>
            <a:endParaRPr lang="en-US" sz="2200" dirty="0"/>
          </a:p>
        </p:txBody>
      </p:sp>
      <p:pic>
        <p:nvPicPr>
          <p:cNvPr id="4" name="Picture 5" descr="Graphical user interface&#10;&#10;Description automatically generated">
            <a:extLst>
              <a:ext uri="{FF2B5EF4-FFF2-40B4-BE49-F238E27FC236}">
                <a16:creationId xmlns:a16="http://schemas.microsoft.com/office/drawing/2014/main" id="{180C570D-648A-C472-547E-77865DA28D86}"/>
              </a:ext>
            </a:extLst>
          </p:cNvPr>
          <p:cNvPicPr>
            <a:picLocks noChangeAspect="1"/>
          </p:cNvPicPr>
          <p:nvPr/>
        </p:nvPicPr>
        <p:blipFill rotWithShape="1">
          <a:blip r:embed="rId3"/>
          <a:srcRect l="17822" t="22986" r="20022" b="16699"/>
          <a:stretch/>
        </p:blipFill>
        <p:spPr>
          <a:xfrm>
            <a:off x="226815" y="987624"/>
            <a:ext cx="5227815" cy="3168964"/>
          </a:xfrm>
          <a:prstGeom prst="rect">
            <a:avLst/>
          </a:prstGeom>
        </p:spPr>
      </p:pic>
      <p:sp>
        <p:nvSpPr>
          <p:cNvPr id="5" name="Text 2"/>
          <p:cNvSpPr/>
          <p:nvPr/>
        </p:nvSpPr>
        <p:spPr>
          <a:xfrm>
            <a:off x="5456693" y="1856374"/>
            <a:ext cx="3418458" cy="2000250"/>
          </a:xfrm>
          <a:prstGeom prst="rect">
            <a:avLst/>
          </a:prstGeom>
          <a:noFill/>
          <a:ln/>
        </p:spPr>
        <p:txBody>
          <a:bodyPr wrap="square" lIns="91440" tIns="45720" rIns="91440" bIns="45720" rtlCol="0" anchor="t"/>
          <a:lstStyle/>
          <a:p>
            <a:pPr marL="285750" indent="-285750">
              <a:buFont typeface="Arial"/>
              <a:buChar char="•"/>
            </a:pPr>
            <a:r>
              <a:rPr lang="en-US" sz="1400" dirty="0">
                <a:latin typeface="Arial"/>
                <a:ea typeface="+mn-lt"/>
                <a:cs typeface="+mn-lt"/>
              </a:rPr>
              <a:t>TCP segment information appears immediately after the IP header. </a:t>
            </a:r>
            <a:endParaRPr lang="en-US" sz="1400" dirty="0">
              <a:latin typeface="Arial"/>
              <a:ea typeface="+mn-lt"/>
              <a:cs typeface="Arial"/>
            </a:endParaRPr>
          </a:p>
          <a:p>
            <a:pPr marL="285750" indent="-285750">
              <a:buFont typeface="Arial"/>
              <a:buChar char="•"/>
            </a:pPr>
            <a:endParaRPr lang="en-US" sz="1400" dirty="0">
              <a:latin typeface="Arial"/>
              <a:ea typeface="+mn-lt"/>
              <a:cs typeface="+mn-lt"/>
            </a:endParaRPr>
          </a:p>
          <a:p>
            <a:pPr marL="285750" indent="-285750">
              <a:buFont typeface="Arial"/>
              <a:buChar char="•"/>
            </a:pPr>
            <a:r>
              <a:rPr lang="en-US" sz="1400" dirty="0">
                <a:latin typeface="Arial"/>
                <a:ea typeface="+mn-lt"/>
                <a:cs typeface="+mn-lt"/>
              </a:rPr>
              <a:t>The fields of the TCP segment and the flags for the Control Bits field display in the figure.</a:t>
            </a:r>
            <a:endParaRPr lang="en-US" sz="1400" dirty="0">
              <a:latin typeface="Arial"/>
              <a:cs typeface="Arial"/>
            </a:endParaRPr>
          </a:p>
          <a:p>
            <a:pPr>
              <a:lnSpc>
                <a:spcPts val="2000"/>
              </a:lnSpc>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TCP and UDP Vulnerabilities</a:t>
            </a:r>
            <a:endParaRPr lang="en-US" sz="1600" dirty="0"/>
          </a:p>
        </p:txBody>
      </p:sp>
      <p:sp>
        <p:nvSpPr>
          <p:cNvPr id="3" name="Text 0"/>
          <p:cNvSpPr>
            <a:spLocks noGrp="1"/>
          </p:cNvSpPr>
          <p:nvPr>
            <p:ph type="body" idx="100" hasCustomPrompt="1"/>
          </p:nvPr>
        </p:nvSpPr>
        <p:spPr>
          <a:xfrm>
            <a:off x="0" y="293877"/>
            <a:ext cx="9144000" cy="342901"/>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TCP Services</a:t>
            </a:r>
            <a:endParaRPr lang="en-US" sz="2200" dirty="0"/>
          </a:p>
        </p:txBody>
      </p:sp>
      <p:sp>
        <p:nvSpPr>
          <p:cNvPr id="5" name="Text 2"/>
          <p:cNvSpPr/>
          <p:nvPr/>
        </p:nvSpPr>
        <p:spPr>
          <a:xfrm>
            <a:off x="455414" y="822577"/>
            <a:ext cx="8229600" cy="3747099"/>
          </a:xfrm>
          <a:prstGeom prst="rect">
            <a:avLst/>
          </a:prstGeom>
          <a:noFill/>
          <a:ln/>
        </p:spPr>
        <p:txBody>
          <a:bodyPr wrap="square" lIns="91440" tIns="45720" rIns="91440" bIns="45720" rtlCol="0" anchor="t"/>
          <a:lstStyle/>
          <a:p>
            <a:r>
              <a:rPr lang="en-US" sz="1400" dirty="0">
                <a:solidFill>
                  <a:schemeClr val="tx1">
                    <a:lumMod val="50000"/>
                  </a:schemeClr>
                </a:solidFill>
                <a:latin typeface="Arial"/>
                <a:ea typeface="+mn-lt"/>
                <a:cs typeface="+mn-lt"/>
              </a:rPr>
              <a:t>TCP provides these services:</a:t>
            </a:r>
            <a:endParaRPr lang="en-US" sz="1400" dirty="0">
              <a:solidFill>
                <a:schemeClr val="tx1">
                  <a:lumMod val="50000"/>
                </a:schemeClr>
              </a:solidFill>
              <a:latin typeface="Arial"/>
              <a:cs typeface="Calibri"/>
            </a:endParaRPr>
          </a:p>
          <a:p>
            <a:endParaRPr lang="en-US" sz="1400" dirty="0">
              <a:solidFill>
                <a:schemeClr val="tx1">
                  <a:lumMod val="50000"/>
                </a:schemeClr>
              </a:solidFill>
              <a:latin typeface="Arial"/>
              <a:ea typeface="+mn-lt"/>
              <a:cs typeface="+mn-lt"/>
            </a:endParaRPr>
          </a:p>
          <a:p>
            <a:r>
              <a:rPr lang="en-US" sz="1400" b="1" dirty="0">
                <a:solidFill>
                  <a:schemeClr val="tx1">
                    <a:lumMod val="50000"/>
                  </a:schemeClr>
                </a:solidFill>
                <a:latin typeface="Arial"/>
                <a:ea typeface="+mn-lt"/>
                <a:cs typeface="+mn-lt"/>
              </a:rPr>
              <a:t>Reliable delivery</a:t>
            </a:r>
            <a:endParaRPr lang="en-US" sz="1400" dirty="0">
              <a:solidFill>
                <a:schemeClr val="tx1">
                  <a:lumMod val="50000"/>
                </a:schemeClr>
              </a:solidFill>
              <a:latin typeface="Arial"/>
              <a:ea typeface="+mn-lt"/>
              <a:cs typeface="+mn-lt"/>
            </a:endParaRPr>
          </a:p>
          <a:p>
            <a:pPr marL="285750" indent="-285750">
              <a:buFont typeface="Arial"/>
              <a:buChar char="•"/>
            </a:pPr>
            <a:r>
              <a:rPr lang="en-US" sz="1400" dirty="0">
                <a:solidFill>
                  <a:schemeClr val="tx1">
                    <a:lumMod val="50000"/>
                  </a:schemeClr>
                </a:solidFill>
                <a:latin typeface="Arial"/>
                <a:ea typeface="+mn-lt"/>
                <a:cs typeface="+mn-lt"/>
              </a:rPr>
              <a:t>TCP incorporates acknowledgments to guarantee delivery instead of relying on upper-layer protocols to detect and resolve errors. </a:t>
            </a:r>
          </a:p>
          <a:p>
            <a:pPr marL="285750" indent="-285750">
              <a:buFont typeface="Arial"/>
              <a:buChar char="•"/>
            </a:pPr>
            <a:r>
              <a:rPr lang="en-US" sz="1400" dirty="0">
                <a:solidFill>
                  <a:schemeClr val="tx1">
                    <a:lumMod val="50000"/>
                  </a:schemeClr>
                </a:solidFill>
                <a:latin typeface="Arial"/>
                <a:ea typeface="+mn-lt"/>
                <a:cs typeface="+mn-lt"/>
              </a:rPr>
              <a:t>If a timely acknowledgment is not received, the sender retransmits the data. </a:t>
            </a:r>
          </a:p>
          <a:p>
            <a:pPr marL="285750" indent="-285750">
              <a:buFont typeface="Arial"/>
              <a:buChar char="•"/>
            </a:pPr>
            <a:r>
              <a:rPr lang="en-US" sz="1400" dirty="0">
                <a:solidFill>
                  <a:schemeClr val="tx1">
                    <a:lumMod val="50000"/>
                  </a:schemeClr>
                </a:solidFill>
                <a:latin typeface="Arial"/>
                <a:ea typeface="+mn-lt"/>
                <a:cs typeface="+mn-lt"/>
              </a:rPr>
              <a:t>Requiring acknowledgments of received data can cause substantial delays. </a:t>
            </a:r>
          </a:p>
          <a:p>
            <a:endParaRPr lang="en-US" sz="1400" dirty="0">
              <a:solidFill>
                <a:schemeClr val="tx1">
                  <a:lumMod val="50000"/>
                </a:schemeClr>
              </a:solidFill>
              <a:latin typeface="Arial"/>
              <a:cs typeface="Calibri"/>
            </a:endParaRPr>
          </a:p>
          <a:p>
            <a:r>
              <a:rPr lang="en-US" sz="1400" b="1" dirty="0">
                <a:solidFill>
                  <a:schemeClr val="tx1">
                    <a:lumMod val="50000"/>
                  </a:schemeClr>
                </a:solidFill>
                <a:latin typeface="Arial"/>
                <a:ea typeface="+mn-lt"/>
                <a:cs typeface="+mn-lt"/>
              </a:rPr>
              <a:t>Flow control</a:t>
            </a:r>
            <a:endParaRPr lang="en-US" sz="1400" dirty="0">
              <a:solidFill>
                <a:schemeClr val="tx1">
                  <a:lumMod val="50000"/>
                </a:schemeClr>
              </a:solidFill>
              <a:latin typeface="Arial"/>
              <a:ea typeface="+mn-lt"/>
              <a:cs typeface="+mn-lt"/>
            </a:endParaRPr>
          </a:p>
          <a:p>
            <a:pPr marL="285750" indent="-285750">
              <a:buFont typeface="Arial"/>
              <a:buChar char="•"/>
            </a:pPr>
            <a:r>
              <a:rPr lang="en-US" sz="1400" dirty="0">
                <a:solidFill>
                  <a:schemeClr val="tx1">
                    <a:lumMod val="50000"/>
                  </a:schemeClr>
                </a:solidFill>
                <a:latin typeface="Arial"/>
                <a:ea typeface="+mn-lt"/>
                <a:cs typeface="+mn-lt"/>
              </a:rPr>
              <a:t> TCP implements flow control to address this issue. Rather than acknowledge one segment at a time, multiple segments acknowledge concurrently.</a:t>
            </a:r>
            <a:endParaRPr lang="en-US" sz="1400" dirty="0">
              <a:solidFill>
                <a:schemeClr val="tx1">
                  <a:lumMod val="50000"/>
                </a:schemeClr>
              </a:solidFill>
              <a:latin typeface="Arial"/>
              <a:cs typeface="Calibri"/>
            </a:endParaRPr>
          </a:p>
          <a:p>
            <a:pPr marL="285750" indent="-285750">
              <a:buFont typeface="Arial"/>
              <a:buChar char="•"/>
            </a:pPr>
            <a:endParaRPr lang="en-US" sz="1400" dirty="0">
              <a:solidFill>
                <a:schemeClr val="tx1">
                  <a:lumMod val="50000"/>
                </a:schemeClr>
              </a:solidFill>
              <a:latin typeface="Arial"/>
              <a:ea typeface="+mn-lt"/>
              <a:cs typeface="+mn-lt"/>
            </a:endParaRPr>
          </a:p>
          <a:p>
            <a:r>
              <a:rPr lang="en-US" sz="1400" b="1" dirty="0">
                <a:solidFill>
                  <a:schemeClr val="tx1">
                    <a:lumMod val="50000"/>
                  </a:schemeClr>
                </a:solidFill>
                <a:latin typeface="Arial"/>
                <a:ea typeface="+mn-lt"/>
                <a:cs typeface="+mn-lt"/>
              </a:rPr>
              <a:t>Stateful communication</a:t>
            </a:r>
            <a:endParaRPr lang="en-US" sz="1400" dirty="0">
              <a:solidFill>
                <a:schemeClr val="tx1">
                  <a:lumMod val="50000"/>
                </a:schemeClr>
              </a:solidFill>
              <a:latin typeface="Arial"/>
              <a:ea typeface="+mn-lt"/>
              <a:cs typeface="+mn-lt"/>
            </a:endParaRPr>
          </a:p>
          <a:p>
            <a:pPr marL="285750" indent="-285750">
              <a:buFont typeface="Arial"/>
              <a:buChar char="•"/>
            </a:pPr>
            <a:r>
              <a:rPr lang="en-US" sz="1400" dirty="0">
                <a:solidFill>
                  <a:schemeClr val="tx1">
                    <a:lumMod val="50000"/>
                  </a:schemeClr>
                </a:solidFill>
                <a:latin typeface="Arial"/>
                <a:ea typeface="+mn-lt"/>
                <a:cs typeface="+mn-lt"/>
              </a:rPr>
              <a:t>TCP stateful communication between two parties occurs during the TCP three-way handshake. </a:t>
            </a:r>
          </a:p>
          <a:p>
            <a:pPr marL="285750" indent="-285750">
              <a:buFont typeface="Arial"/>
              <a:buChar char="•"/>
            </a:pPr>
            <a:r>
              <a:rPr lang="en-US" sz="1400" dirty="0">
                <a:solidFill>
                  <a:schemeClr val="tx1">
                    <a:lumMod val="50000"/>
                  </a:schemeClr>
                </a:solidFill>
                <a:latin typeface="Arial"/>
                <a:ea typeface="+mn-lt"/>
                <a:cs typeface="+mn-lt"/>
              </a:rPr>
              <a:t>Before data transferring using TCP, a three-way handshake opens the TCP connection.</a:t>
            </a:r>
          </a:p>
          <a:p>
            <a:pPr marL="285750" indent="-285750">
              <a:buFont typeface="Arial"/>
              <a:buChar char="•"/>
            </a:pPr>
            <a:r>
              <a:rPr lang="en-US" sz="1400" dirty="0">
                <a:solidFill>
                  <a:schemeClr val="tx1">
                    <a:lumMod val="50000"/>
                  </a:schemeClr>
                </a:solidFill>
                <a:latin typeface="Arial"/>
                <a:ea typeface="+mn-lt"/>
                <a:cs typeface="+mn-lt"/>
              </a:rPr>
              <a:t>If both sides agree to the TCP connection, data can be sent and received by both parties using TCP.</a:t>
            </a:r>
            <a:endParaRPr lang="en-US" sz="1400" dirty="0">
              <a:solidFill>
                <a:schemeClr val="tx1">
                  <a:lumMod val="50000"/>
                </a:schemeClr>
              </a:solidFill>
              <a:latin typeface="Arial"/>
              <a:cs typeface="Calibri"/>
            </a:endParaRPr>
          </a:p>
          <a:p>
            <a:pPr>
              <a:lnSpc>
                <a:spcPts val="2000"/>
              </a:lnSpc>
            </a:pPr>
            <a:endParaRPr lang="en-US" sz="1400" dirty="0">
              <a:solidFill>
                <a:schemeClr val="tx1">
                  <a:lumMod val="50000"/>
                </a:schemeClr>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BE47E4D-F0BA-F911-2270-7F0F9DDE1D3A}"/>
              </a:ext>
            </a:extLst>
          </p:cNvPr>
          <p:cNvSpPr txBox="1"/>
          <p:nvPr/>
        </p:nvSpPr>
        <p:spPr>
          <a:xfrm>
            <a:off x="6228" y="3155"/>
            <a:ext cx="575366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24C69"/>
                </a:solidFill>
                <a:latin typeface="Arial"/>
                <a:cs typeface="Arial"/>
              </a:rPr>
              <a:t>TCP and UDP Vulnerabilities</a:t>
            </a:r>
            <a:endParaRPr lang="pt-BR" dirty="0">
              <a:solidFill>
                <a:srgbClr val="000000"/>
              </a:solidFill>
              <a:latin typeface="Calibri" panose="020F0502020204030204"/>
              <a:cs typeface="Calibri" panose="020F0502020204030204"/>
            </a:endParaRPr>
          </a:p>
        </p:txBody>
      </p:sp>
      <p:sp>
        <p:nvSpPr>
          <p:cNvPr id="2" name="Text Placeholder 1">
            <a:extLst>
              <a:ext uri="{FF2B5EF4-FFF2-40B4-BE49-F238E27FC236}">
                <a16:creationId xmlns:a16="http://schemas.microsoft.com/office/drawing/2014/main" id="{D512A097-17D7-9F24-486E-F8549624D09B}"/>
              </a:ext>
            </a:extLst>
          </p:cNvPr>
          <p:cNvSpPr>
            <a:spLocks noGrp="1"/>
          </p:cNvSpPr>
          <p:nvPr>
            <p:ph type="body" idx="100"/>
          </p:nvPr>
        </p:nvSpPr>
        <p:spPr>
          <a:xfrm>
            <a:off x="7419" y="309541"/>
            <a:ext cx="8518585" cy="375250"/>
          </a:xfrm>
        </p:spPr>
        <p:txBody>
          <a:bodyPr wrap="square" lIns="91440" tIns="45720" rIns="91440" bIns="45720" rtlCol="0" anchor="t"/>
          <a:lstStyle/>
          <a:p>
            <a:r>
              <a:rPr lang="en-US" dirty="0">
                <a:latin typeface="Arial"/>
                <a:cs typeface="Arial"/>
              </a:rPr>
              <a:t>TCP Services (Cont.)</a:t>
            </a:r>
            <a:endParaRPr lang="pt-BR" dirty="0"/>
          </a:p>
          <a:p>
            <a:endParaRPr lang="en-US" sz="2800" dirty="0"/>
          </a:p>
        </p:txBody>
      </p:sp>
      <p:pic>
        <p:nvPicPr>
          <p:cNvPr id="4" name="Picture 4" descr="Diagram&#10;&#10;Description automatically generated">
            <a:extLst>
              <a:ext uri="{FF2B5EF4-FFF2-40B4-BE49-F238E27FC236}">
                <a16:creationId xmlns:a16="http://schemas.microsoft.com/office/drawing/2014/main" id="{0A64F309-FC80-8CE7-CC8E-0D651AB474FC}"/>
              </a:ext>
            </a:extLst>
          </p:cNvPr>
          <p:cNvPicPr>
            <a:picLocks noChangeAspect="1"/>
          </p:cNvPicPr>
          <p:nvPr/>
        </p:nvPicPr>
        <p:blipFill rotWithShape="1">
          <a:blip r:embed="rId3"/>
          <a:srcRect l="14144" t="23622" r="20773" b="16929"/>
          <a:stretch/>
        </p:blipFill>
        <p:spPr>
          <a:xfrm>
            <a:off x="387549" y="782243"/>
            <a:ext cx="7180641" cy="3669042"/>
          </a:xfrm>
          <a:prstGeom prst="rect">
            <a:avLst/>
          </a:prstGeom>
        </p:spPr>
      </p:pic>
    </p:spTree>
    <p:extLst>
      <p:ext uri="{BB962C8B-B14F-4D97-AF65-F5344CB8AC3E}">
        <p14:creationId xmlns:p14="http://schemas.microsoft.com/office/powerpoint/2010/main" val="31291034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4717" y="7083"/>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TCP and UDP Vulnerabilities</a:t>
            </a:r>
            <a:endParaRPr lang="en-US" sz="1600" dirty="0"/>
          </a:p>
        </p:txBody>
      </p:sp>
      <p:sp>
        <p:nvSpPr>
          <p:cNvPr id="3" name="Text 0"/>
          <p:cNvSpPr>
            <a:spLocks noGrp="1"/>
          </p:cNvSpPr>
          <p:nvPr>
            <p:ph type="body" idx="100" hasCustomPrompt="1"/>
          </p:nvPr>
        </p:nvSpPr>
        <p:spPr>
          <a:xfrm>
            <a:off x="-4717" y="292186"/>
            <a:ext cx="9144000" cy="38603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TCP Attacks</a:t>
            </a:r>
            <a:endParaRPr lang="en-US" sz="2200" dirty="0"/>
          </a:p>
        </p:txBody>
      </p:sp>
      <p:pic>
        <p:nvPicPr>
          <p:cNvPr id="6" name="Picture 4" descr="Graphical user interface, application&#10;&#10;Description automatically generated">
            <a:extLst>
              <a:ext uri="{FF2B5EF4-FFF2-40B4-BE49-F238E27FC236}">
                <a16:creationId xmlns:a16="http://schemas.microsoft.com/office/drawing/2014/main" id="{E0C6121D-CB29-3064-4967-2D312659FEEF}"/>
              </a:ext>
            </a:extLst>
          </p:cNvPr>
          <p:cNvPicPr>
            <a:picLocks noChangeAspect="1"/>
          </p:cNvPicPr>
          <p:nvPr/>
        </p:nvPicPr>
        <p:blipFill rotWithShape="1">
          <a:blip r:embed="rId3"/>
          <a:srcRect l="24205" t="23124" r="23068" b="16836"/>
          <a:stretch/>
        </p:blipFill>
        <p:spPr>
          <a:xfrm>
            <a:off x="119658" y="829417"/>
            <a:ext cx="4215092" cy="2274826"/>
          </a:xfrm>
          <a:prstGeom prst="rect">
            <a:avLst/>
          </a:prstGeom>
        </p:spPr>
      </p:pic>
      <p:sp>
        <p:nvSpPr>
          <p:cNvPr id="5" name="Text 2"/>
          <p:cNvSpPr/>
          <p:nvPr/>
        </p:nvSpPr>
        <p:spPr>
          <a:xfrm>
            <a:off x="4496518" y="664874"/>
            <a:ext cx="4525970" cy="2829994"/>
          </a:xfrm>
          <a:prstGeom prst="rect">
            <a:avLst/>
          </a:prstGeom>
          <a:noFill/>
          <a:ln/>
        </p:spPr>
        <p:txBody>
          <a:bodyPr wrap="square" lIns="91440" tIns="45720" rIns="91440" bIns="45720" rtlCol="0" anchor="t"/>
          <a:lstStyle/>
          <a:p>
            <a:r>
              <a:rPr lang="en-US" sz="1400" dirty="0">
                <a:latin typeface="Arial"/>
                <a:ea typeface="+mn-lt"/>
                <a:cs typeface="+mn-lt"/>
              </a:rPr>
              <a:t>The TCP SYN Flood attack exploits the TCP three-way handshake. </a:t>
            </a:r>
          </a:p>
          <a:p>
            <a:endParaRPr lang="en-US" sz="1400" dirty="0">
              <a:latin typeface="Arial"/>
              <a:cs typeface="Calibri"/>
            </a:endParaRPr>
          </a:p>
          <a:p>
            <a:pPr marL="285750" indent="-285750">
              <a:buFont typeface="Arial"/>
              <a:buChar char="•"/>
            </a:pPr>
            <a:r>
              <a:rPr lang="en-US" sz="1400" dirty="0">
                <a:latin typeface="Arial"/>
                <a:ea typeface="+mn-lt"/>
                <a:cs typeface="+mn-lt"/>
              </a:rPr>
              <a:t>The threat actor sends TCP SYN session request packets with a randomly spoofed source IP address to a target. </a:t>
            </a:r>
          </a:p>
          <a:p>
            <a:pPr marL="285750" indent="-285750">
              <a:buFont typeface="Arial"/>
              <a:buChar char="•"/>
            </a:pPr>
            <a:r>
              <a:rPr lang="en-US" sz="1400" dirty="0">
                <a:latin typeface="Arial"/>
                <a:ea typeface="+mn-lt"/>
                <a:cs typeface="+mn-lt"/>
              </a:rPr>
              <a:t>Targeted device replies with a TCP SYN-ACK packet to the spoofed IP address and waits for a TCP ACK packet. </a:t>
            </a:r>
            <a:endParaRPr lang="en-US" sz="1400" dirty="0">
              <a:latin typeface="Arial"/>
              <a:cs typeface="Arial"/>
            </a:endParaRPr>
          </a:p>
          <a:p>
            <a:pPr marL="285750" indent="-285750">
              <a:buFont typeface="Arial"/>
              <a:buChar char="•"/>
            </a:pPr>
            <a:r>
              <a:rPr lang="en-US" sz="1400" dirty="0">
                <a:latin typeface="Arial"/>
                <a:ea typeface="+mn-lt"/>
                <a:cs typeface="+mn-lt"/>
              </a:rPr>
              <a:t>Responses never arrive. </a:t>
            </a:r>
            <a:endParaRPr lang="en-US" sz="1400" dirty="0">
              <a:latin typeface="Arial"/>
              <a:cs typeface="Arial"/>
            </a:endParaRPr>
          </a:p>
          <a:p>
            <a:pPr marL="285750" indent="-285750">
              <a:buFont typeface="Arial"/>
              <a:buChar char="•"/>
            </a:pPr>
            <a:r>
              <a:rPr lang="en-US" sz="1400" dirty="0">
                <a:latin typeface="Arial"/>
                <a:ea typeface="+mn-lt"/>
                <a:cs typeface="+mn-lt"/>
              </a:rPr>
              <a:t>Eventually, the target host denies legitimate users because it is overwhelmed with half-open TCP connections. </a:t>
            </a:r>
            <a:endParaRPr lang="en-US" sz="1400" dirty="0">
              <a:latin typeface="Arial"/>
              <a:cs typeface="Arial"/>
            </a:endParaRPr>
          </a:p>
          <a:p>
            <a:endParaRPr lang="en-US" sz="1400" dirty="0">
              <a:latin typeface="Arial"/>
              <a:cs typeface="Arial"/>
            </a:endParaRPr>
          </a:p>
          <a:p>
            <a:endParaRPr lang="en-US" sz="1400" dirty="0">
              <a:latin typeface="Arial"/>
              <a:cs typeface="Calibri"/>
            </a:endParaRPr>
          </a:p>
        </p:txBody>
      </p:sp>
      <p:sp>
        <p:nvSpPr>
          <p:cNvPr id="7" name="CaixaDeTexto 6">
            <a:extLst>
              <a:ext uri="{FF2B5EF4-FFF2-40B4-BE49-F238E27FC236}">
                <a16:creationId xmlns:a16="http://schemas.microsoft.com/office/drawing/2014/main" id="{4E26D6EB-D23A-8BEA-FC32-BEB5D9E71442}"/>
              </a:ext>
            </a:extLst>
          </p:cNvPr>
          <p:cNvSpPr txBox="1"/>
          <p:nvPr/>
        </p:nvSpPr>
        <p:spPr>
          <a:xfrm>
            <a:off x="264841" y="3487336"/>
            <a:ext cx="8377353"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Arial"/>
                <a:ea typeface="+mn-lt"/>
                <a:cs typeface="+mn-lt"/>
              </a:rPr>
              <a:t>TCP reset attack </a:t>
            </a:r>
            <a:endParaRPr lang="en-US" sz="1400" dirty="0">
              <a:latin typeface="Arial"/>
              <a:cs typeface="Arial"/>
            </a:endParaRPr>
          </a:p>
          <a:p>
            <a:pPr marL="285750" indent="-285750">
              <a:buFont typeface="Arial"/>
              <a:buChar char="•"/>
            </a:pPr>
            <a:r>
              <a:rPr lang="en-US" sz="1400" dirty="0">
                <a:latin typeface="Arial"/>
                <a:ea typeface="+mn-lt"/>
                <a:cs typeface="+mn-lt"/>
              </a:rPr>
              <a:t>It terminates TCP communications between two hosts. TCP uses a four-way exchange to close the TCP connection using a pair of FIN and ACK segments from each TCP endpoint. </a:t>
            </a:r>
            <a:endParaRPr lang="pt-BR" sz="1400" dirty="0">
              <a:latin typeface="Arial"/>
              <a:cs typeface="Arial"/>
            </a:endParaRPr>
          </a:p>
          <a:p>
            <a:pPr marL="285750" indent="-285750">
              <a:buFont typeface="Arial"/>
              <a:buChar char="•"/>
            </a:pPr>
            <a:r>
              <a:rPr lang="en-US" sz="1400" dirty="0">
                <a:latin typeface="Arial"/>
                <a:ea typeface="+mn-lt"/>
                <a:cs typeface="+mn-lt"/>
              </a:rPr>
              <a:t>A TCP connection abruptly terminates when it receives an RST bit, which tears down the TCP connection and informs the receiving host to stop using the TCP connection immediately. </a:t>
            </a:r>
            <a:endParaRPr lang="en-US" sz="1400" dirty="0">
              <a:latin typeface="Arial"/>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0B33131B-6AA5-3D77-AAA2-DC0932178249}"/>
              </a:ext>
            </a:extLst>
          </p:cNvPr>
          <p:cNvSpPr txBox="1"/>
          <p:nvPr/>
        </p:nvSpPr>
        <p:spPr>
          <a:xfrm>
            <a:off x="4875" y="6190"/>
            <a:ext cx="593802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24C69"/>
                </a:solidFill>
                <a:latin typeface="Arial"/>
                <a:cs typeface="Arial"/>
              </a:rPr>
              <a:t>TCP and UDP Vulnerabilities</a:t>
            </a:r>
            <a:endParaRPr lang="pt-BR" sz="1600" dirty="0"/>
          </a:p>
        </p:txBody>
      </p:sp>
      <p:sp>
        <p:nvSpPr>
          <p:cNvPr id="2" name="Text Placeholder 1">
            <a:extLst>
              <a:ext uri="{FF2B5EF4-FFF2-40B4-BE49-F238E27FC236}">
                <a16:creationId xmlns:a16="http://schemas.microsoft.com/office/drawing/2014/main" id="{7F98D9E6-32F0-6390-285B-D50592EEC8EC}"/>
              </a:ext>
            </a:extLst>
          </p:cNvPr>
          <p:cNvSpPr>
            <a:spLocks noGrp="1"/>
          </p:cNvSpPr>
          <p:nvPr>
            <p:ph type="body" idx="100"/>
          </p:nvPr>
        </p:nvSpPr>
        <p:spPr>
          <a:xfrm>
            <a:off x="506" y="302120"/>
            <a:ext cx="8270576" cy="396816"/>
          </a:xfrm>
        </p:spPr>
        <p:txBody>
          <a:bodyPr wrap="square" lIns="91440" tIns="45720" rIns="91440" bIns="45720" rtlCol="0" anchor="t"/>
          <a:lstStyle/>
          <a:p>
            <a:r>
              <a:rPr lang="en-US" dirty="0">
                <a:latin typeface="Arial"/>
                <a:cs typeface="Arial"/>
              </a:rPr>
              <a:t>TCP Attacks (Cont.)</a:t>
            </a:r>
          </a:p>
          <a:p>
            <a:endParaRPr lang="en-US" sz="2800" dirty="0"/>
          </a:p>
        </p:txBody>
      </p:sp>
      <p:pic>
        <p:nvPicPr>
          <p:cNvPr id="4" name="Picture 4" descr="Graphical user interface&#10;&#10;Description automatically generated">
            <a:extLst>
              <a:ext uri="{FF2B5EF4-FFF2-40B4-BE49-F238E27FC236}">
                <a16:creationId xmlns:a16="http://schemas.microsoft.com/office/drawing/2014/main" id="{246D11C4-351C-2930-1A85-99F5D736D7D3}"/>
              </a:ext>
            </a:extLst>
          </p:cNvPr>
          <p:cNvPicPr>
            <a:picLocks noChangeAspect="1"/>
          </p:cNvPicPr>
          <p:nvPr/>
        </p:nvPicPr>
        <p:blipFill rotWithShape="1">
          <a:blip r:embed="rId3"/>
          <a:srcRect l="36524" t="23495" r="34235" b="19705"/>
          <a:stretch/>
        </p:blipFill>
        <p:spPr>
          <a:xfrm>
            <a:off x="936639" y="771057"/>
            <a:ext cx="2413066" cy="2646794"/>
          </a:xfrm>
          <a:prstGeom prst="rect">
            <a:avLst/>
          </a:prstGeom>
        </p:spPr>
      </p:pic>
      <p:sp>
        <p:nvSpPr>
          <p:cNvPr id="3" name="TextBox 2">
            <a:extLst>
              <a:ext uri="{FF2B5EF4-FFF2-40B4-BE49-F238E27FC236}">
                <a16:creationId xmlns:a16="http://schemas.microsoft.com/office/drawing/2014/main" id="{5BD2D340-1298-7E88-1CAA-D2BFA865EF72}"/>
              </a:ext>
            </a:extLst>
          </p:cNvPr>
          <p:cNvSpPr txBox="1"/>
          <p:nvPr/>
        </p:nvSpPr>
        <p:spPr>
          <a:xfrm>
            <a:off x="3594367" y="897686"/>
            <a:ext cx="5286395"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Arial"/>
                <a:cs typeface="Calibri"/>
              </a:rPr>
              <a:t>Terminating a TCP session</a:t>
            </a:r>
            <a:r>
              <a:rPr lang="en-US" sz="1400" dirty="0">
                <a:latin typeface="Arial"/>
                <a:cs typeface="Calibri"/>
              </a:rPr>
              <a:t> uses the following four-way exchange process:</a:t>
            </a:r>
          </a:p>
          <a:p>
            <a:pPr marL="342900" indent="-342900">
              <a:buAutoNum type="arabicPeriod"/>
            </a:pPr>
            <a:r>
              <a:rPr lang="en-US" sz="1400" dirty="0">
                <a:latin typeface="Arial"/>
                <a:cs typeface="Calibri"/>
              </a:rPr>
              <a:t>When the client has no more data to send in the stream, it sends a segment with the FIN flag set.</a:t>
            </a:r>
          </a:p>
          <a:p>
            <a:pPr marL="342900" indent="-342900">
              <a:buFont typeface="Arial"/>
              <a:buChar char="•"/>
            </a:pPr>
            <a:r>
              <a:rPr lang="en-US" sz="1400" dirty="0">
                <a:latin typeface="Arial"/>
                <a:cs typeface="Calibri"/>
              </a:rPr>
              <a:t>The</a:t>
            </a:r>
            <a:r>
              <a:rPr lang="en-US" sz="1400" dirty="0">
                <a:latin typeface="Arial"/>
                <a:ea typeface="+mn-lt"/>
                <a:cs typeface="+mn-lt"/>
              </a:rPr>
              <a:t> server sends an ACK to acknowledge the receipt of the FIN, then terminates the session from client to server.</a:t>
            </a:r>
          </a:p>
          <a:p>
            <a:pPr marL="342900" indent="-342900">
              <a:buAutoNum type="arabicPeriod"/>
            </a:pPr>
            <a:r>
              <a:rPr lang="en-US" sz="1400" dirty="0">
                <a:latin typeface="Arial"/>
                <a:cs typeface="Calibri"/>
              </a:rPr>
              <a:t>The server sends a FIN to the client to terminate the server-to-client session.</a:t>
            </a:r>
          </a:p>
          <a:p>
            <a:pPr marL="342900" indent="-342900">
              <a:buAutoNum type="arabicPeriod"/>
            </a:pPr>
            <a:r>
              <a:rPr lang="en-US" sz="1400" dirty="0">
                <a:latin typeface="Arial"/>
                <a:cs typeface="Calibri"/>
              </a:rPr>
              <a:t>The client responds with an ACK to acknowledge the FIN from the server.</a:t>
            </a:r>
          </a:p>
        </p:txBody>
      </p:sp>
      <p:sp>
        <p:nvSpPr>
          <p:cNvPr id="7" name="CaixaDeTexto 6">
            <a:extLst>
              <a:ext uri="{FF2B5EF4-FFF2-40B4-BE49-F238E27FC236}">
                <a16:creationId xmlns:a16="http://schemas.microsoft.com/office/drawing/2014/main" id="{B380352F-85B0-7140-F0AD-9CCA2951022F}"/>
              </a:ext>
            </a:extLst>
          </p:cNvPr>
          <p:cNvSpPr txBox="1"/>
          <p:nvPr/>
        </p:nvSpPr>
        <p:spPr>
          <a:xfrm>
            <a:off x="363681" y="3553740"/>
            <a:ext cx="8104909"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Arial"/>
                <a:cs typeface="Arial"/>
              </a:rPr>
              <a:t>TCP session hijacking</a:t>
            </a:r>
            <a:endParaRPr lang="pt-BR" sz="1400" dirty="0">
              <a:latin typeface="Arial"/>
              <a:cs typeface="Calibri" panose="020F0502020204030204"/>
            </a:endParaRPr>
          </a:p>
          <a:p>
            <a:pPr marL="285750" indent="-285750">
              <a:buFont typeface="Arial"/>
              <a:buChar char="•"/>
            </a:pPr>
            <a:r>
              <a:rPr lang="en-US" sz="1400" dirty="0">
                <a:latin typeface="Arial"/>
                <a:cs typeface="Arial"/>
              </a:rPr>
              <a:t>A threat actor takes over an already-authenticated host as it communicates with the target. </a:t>
            </a:r>
            <a:endParaRPr lang="pt-BR" sz="1400" dirty="0">
              <a:latin typeface="Arial"/>
              <a:cs typeface="Calibri"/>
            </a:endParaRPr>
          </a:p>
          <a:p>
            <a:pPr marL="285750" indent="-285750">
              <a:buFont typeface="Arial"/>
              <a:buChar char="•"/>
            </a:pPr>
            <a:r>
              <a:rPr lang="en-US" sz="1400" dirty="0">
                <a:latin typeface="Arial"/>
                <a:cs typeface="Arial"/>
              </a:rPr>
              <a:t>The threat actor must spoof the IP address of one host, predict the following sequence number, and send an ACK to the other host. </a:t>
            </a:r>
            <a:endParaRPr lang="pt-BR" sz="1400" dirty="0">
              <a:latin typeface="Arial"/>
              <a:cs typeface="Calibri"/>
            </a:endParaRPr>
          </a:p>
          <a:p>
            <a:pPr marL="285750" indent="-285750">
              <a:buFont typeface="Arial"/>
              <a:buChar char="•"/>
            </a:pPr>
            <a:r>
              <a:rPr lang="en-US" sz="1400" dirty="0">
                <a:latin typeface="Arial"/>
                <a:cs typeface="Arial"/>
              </a:rPr>
              <a:t>If successful, the threat actor could send, but not receive, data from the target device.</a:t>
            </a:r>
            <a:endParaRPr lang="pt-BR" sz="1400" dirty="0">
              <a:latin typeface="Arial"/>
              <a:cs typeface="Calibri"/>
            </a:endParaRPr>
          </a:p>
        </p:txBody>
      </p:sp>
    </p:spTree>
    <p:extLst>
      <p:ext uri="{BB962C8B-B14F-4D97-AF65-F5344CB8AC3E}">
        <p14:creationId xmlns:p14="http://schemas.microsoft.com/office/powerpoint/2010/main" val="448559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506" y="5230"/>
            <a:ext cx="9144000" cy="274320"/>
          </a:xfrm>
          <a:prstGeom prst="rect">
            <a:avLst/>
          </a:prstGeom>
          <a:noFill/>
          <a:ln/>
        </p:spPr>
        <p:txBody>
          <a:bodyPr wrap="square" rtlCol="0" anchor="t"/>
          <a:lstStyle/>
          <a:p>
            <a:pPr marL="0" indent="0">
              <a:buNone/>
            </a:pPr>
            <a:r>
              <a:rPr lang="en-US" sz="1600" dirty="0">
                <a:solidFill>
                  <a:srgbClr val="024C69"/>
                </a:solidFill>
                <a:latin typeface="Arial" pitchFamily="34" charset="0"/>
                <a:ea typeface="Arial" pitchFamily="34" charset="-122"/>
                <a:cs typeface="Arial" pitchFamily="34" charset="-120"/>
              </a:rPr>
              <a:t>TCP and UDP Vulnerabilities</a:t>
            </a:r>
            <a:endParaRPr lang="en-US" sz="1600" dirty="0"/>
          </a:p>
        </p:txBody>
      </p:sp>
      <p:sp>
        <p:nvSpPr>
          <p:cNvPr id="3" name="Text 0"/>
          <p:cNvSpPr>
            <a:spLocks noGrp="1"/>
          </p:cNvSpPr>
          <p:nvPr>
            <p:ph type="body" idx="100" hasCustomPrompt="1"/>
          </p:nvPr>
        </p:nvSpPr>
        <p:spPr>
          <a:xfrm>
            <a:off x="506" y="326053"/>
            <a:ext cx="9144000" cy="386033"/>
          </a:xfrm>
          <a:prstGeom prst="rect">
            <a:avLst/>
          </a:prstGeom>
          <a:noFill/>
          <a:ln/>
        </p:spPr>
        <p:txBody>
          <a:bodyPr wrap="square" rtlCol="0" anchor="t"/>
          <a:lstStyle/>
          <a:p>
            <a:pPr marL="0" indent="0">
              <a:buNone/>
            </a:pPr>
            <a:r>
              <a:rPr lang="en-US" sz="2200" dirty="0">
                <a:solidFill>
                  <a:srgbClr val="024C69"/>
                </a:solidFill>
                <a:latin typeface="Arial" pitchFamily="34" charset="0"/>
                <a:ea typeface="Arial" pitchFamily="34" charset="-122"/>
                <a:cs typeface="Arial" pitchFamily="34" charset="-120"/>
              </a:rPr>
              <a:t>UDP Segment Header and Operation</a:t>
            </a:r>
            <a:endParaRPr lang="en-US" sz="2200" dirty="0"/>
          </a:p>
        </p:txBody>
      </p:sp>
      <p:sp>
        <p:nvSpPr>
          <p:cNvPr id="5" name="Text 2"/>
          <p:cNvSpPr/>
          <p:nvPr/>
        </p:nvSpPr>
        <p:spPr>
          <a:xfrm>
            <a:off x="455414" y="1066205"/>
            <a:ext cx="8229600" cy="2906023"/>
          </a:xfrm>
          <a:prstGeom prst="rect">
            <a:avLst/>
          </a:prstGeom>
          <a:noFill/>
          <a:ln/>
        </p:spPr>
        <p:txBody>
          <a:bodyPr wrap="square" lIns="91440" tIns="45720" rIns="91440" bIns="45720" rtlCol="0" anchor="t"/>
          <a:lstStyle/>
          <a:p>
            <a:pPr marL="285750" indent="-285750">
              <a:buFont typeface="Arial" panose="020B0604020202020204" pitchFamily="34" charset="0"/>
              <a:buChar char="•"/>
            </a:pPr>
            <a:r>
              <a:rPr lang="en-US" sz="1400" dirty="0">
                <a:latin typeface="Arial"/>
                <a:ea typeface="+mn-lt"/>
                <a:cs typeface="+mn-lt"/>
              </a:rPr>
              <a:t>UDP commonly uses DNS, DHCP, TFTP, NFS, and SNMP. </a:t>
            </a:r>
          </a:p>
          <a:p>
            <a:pPr marL="285750" indent="-285750">
              <a:buFont typeface="Arial" panose="020B0604020202020204" pitchFamily="34" charset="0"/>
              <a:buChar char="•"/>
            </a:pPr>
            <a:endParaRPr lang="en-US" sz="1400" dirty="0">
              <a:latin typeface="Arial"/>
              <a:ea typeface="+mn-lt"/>
              <a:cs typeface="+mn-lt"/>
            </a:endParaRPr>
          </a:p>
          <a:p>
            <a:pPr marL="285750" indent="-285750">
              <a:buFont typeface="Arial" panose="020B0604020202020204" pitchFamily="34" charset="0"/>
              <a:buChar char="•"/>
            </a:pPr>
            <a:r>
              <a:rPr lang="en-US" sz="1400" dirty="0">
                <a:latin typeface="Arial"/>
                <a:ea typeface="+mn-lt"/>
                <a:cs typeface="+mn-lt"/>
              </a:rPr>
              <a:t>It uses real-time applications such as media streaming or VoIP.</a:t>
            </a:r>
          </a:p>
          <a:p>
            <a:pPr marL="285750" indent="-285750">
              <a:buFont typeface="Arial" panose="020B0604020202020204" pitchFamily="34" charset="0"/>
              <a:buChar char="•"/>
            </a:pPr>
            <a:endParaRPr lang="en-US" sz="1400" dirty="0">
              <a:latin typeface="Arial"/>
              <a:ea typeface="+mn-lt"/>
              <a:cs typeface="+mn-lt"/>
            </a:endParaRPr>
          </a:p>
          <a:p>
            <a:pPr marL="285750" indent="-285750">
              <a:buFont typeface="Arial" panose="020B0604020202020204" pitchFamily="34" charset="0"/>
              <a:buChar char="•"/>
            </a:pPr>
            <a:r>
              <a:rPr lang="en-US" sz="1400" dirty="0">
                <a:latin typeface="Arial"/>
                <a:ea typeface="+mn-lt"/>
                <a:cs typeface="+mn-lt"/>
              </a:rPr>
              <a:t>UDP is a connectionless transport layer protocol.</a:t>
            </a:r>
          </a:p>
          <a:p>
            <a:pPr marL="285750" indent="-285750">
              <a:buFont typeface="Arial" panose="020B0604020202020204" pitchFamily="34" charset="0"/>
              <a:buChar char="•"/>
            </a:pPr>
            <a:endParaRPr lang="en-US" sz="1400" dirty="0">
              <a:latin typeface="Arial"/>
              <a:ea typeface="+mn-lt"/>
              <a:cs typeface="+mn-lt"/>
            </a:endParaRPr>
          </a:p>
          <a:p>
            <a:pPr marL="285750" indent="-285750">
              <a:buFont typeface="Arial" panose="020B0604020202020204" pitchFamily="34" charset="0"/>
              <a:buChar char="•"/>
            </a:pPr>
            <a:r>
              <a:rPr lang="en-US" sz="1400" dirty="0">
                <a:latin typeface="Arial"/>
                <a:ea typeface="+mn-lt"/>
                <a:cs typeface="+mn-lt"/>
              </a:rPr>
              <a:t>It has a much lower overhead than TCP because it is not connection-oriented and does not offer the sophisticated retransmission, sequencing, and flow control mechanisms that provide reliability. </a:t>
            </a:r>
          </a:p>
          <a:p>
            <a:pPr marL="285750" indent="-285750">
              <a:buFont typeface="Arial" panose="020B0604020202020204" pitchFamily="34" charset="0"/>
              <a:buChar char="•"/>
            </a:pPr>
            <a:endParaRPr lang="en-US" sz="1400" dirty="0">
              <a:latin typeface="Arial"/>
              <a:ea typeface="+mn-lt"/>
              <a:cs typeface="+mn-lt"/>
            </a:endParaRPr>
          </a:p>
          <a:p>
            <a:pPr marL="285750" indent="-285750">
              <a:buFont typeface="Arial" panose="020B0604020202020204" pitchFamily="34" charset="0"/>
              <a:buChar char="•"/>
            </a:pPr>
            <a:r>
              <a:rPr lang="en-US" sz="1400" dirty="0">
                <a:latin typeface="Arial"/>
                <a:ea typeface="+mn-lt"/>
                <a:cs typeface="+mn-lt"/>
              </a:rPr>
              <a:t>The UDP segment structure is much smaller than TCP's segment structure.</a:t>
            </a:r>
            <a:endParaRPr lang="en-US" sz="1400" dirty="0">
              <a:latin typeface="Arial"/>
              <a:cs typeface="Calibri"/>
            </a:endParaRPr>
          </a:p>
          <a:p>
            <a:pPr marL="285750" indent="-285750">
              <a:buFont typeface="Arial" panose="020B0604020202020204" pitchFamily="34" charset="0"/>
              <a:buChar char="•"/>
            </a:pPr>
            <a:endParaRPr lang="en-US" sz="1400" dirty="0">
              <a:latin typeface="Arial"/>
              <a:ea typeface="+mn-lt"/>
              <a:cs typeface="+mn-lt"/>
            </a:endParaRPr>
          </a:p>
          <a:p>
            <a:pPr marL="285750" indent="-285750">
              <a:buFont typeface="Arial" panose="020B0604020202020204" pitchFamily="34" charset="0"/>
              <a:buChar char="•"/>
            </a:pPr>
            <a:r>
              <a:rPr lang="en-US" sz="1400" b="1" dirty="0">
                <a:latin typeface="Arial"/>
                <a:ea typeface="+mn-lt"/>
                <a:cs typeface="+mn-lt"/>
              </a:rPr>
              <a:t>Note</a:t>
            </a:r>
            <a:r>
              <a:rPr lang="en-US" sz="1400" dirty="0">
                <a:latin typeface="Arial"/>
                <a:ea typeface="+mn-lt"/>
                <a:cs typeface="+mn-lt"/>
              </a:rPr>
              <a:t>: UDP divides data into datagrams. However, the generic term "segment" is commonly used.</a:t>
            </a:r>
            <a:endParaRPr lang="en-US" sz="1400" dirty="0">
              <a:latin typeface="Arial"/>
              <a:cs typeface="Calibri"/>
            </a:endParaRPr>
          </a:p>
          <a:p>
            <a:pPr marL="285750" indent="-285750">
              <a:lnSpc>
                <a:spcPts val="2000"/>
              </a:lnSpc>
              <a:buFont typeface="Arial" panose="020B0604020202020204" pitchFamily="34" charset="0"/>
              <a:buChar char="•"/>
            </a:pPr>
            <a:endParaRPr lang="en-US" sz="1400" dirty="0">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2BC9733D-7420-C3B7-80E1-81EB2AFD7F0E}"/>
              </a:ext>
            </a:extLst>
          </p:cNvPr>
          <p:cNvSpPr txBox="1"/>
          <p:nvPr/>
        </p:nvSpPr>
        <p:spPr>
          <a:xfrm>
            <a:off x="8031" y="-4471"/>
            <a:ext cx="468351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24C69"/>
                </a:solidFill>
                <a:latin typeface="Arial"/>
                <a:cs typeface="Arial"/>
              </a:rPr>
              <a:t>TCP and UDP Vulnerabilities</a:t>
            </a:r>
            <a:endParaRPr lang="pt-BR" sz="1600" dirty="0"/>
          </a:p>
        </p:txBody>
      </p:sp>
      <p:sp>
        <p:nvSpPr>
          <p:cNvPr id="2" name="Text Placeholder 1">
            <a:extLst>
              <a:ext uri="{FF2B5EF4-FFF2-40B4-BE49-F238E27FC236}">
                <a16:creationId xmlns:a16="http://schemas.microsoft.com/office/drawing/2014/main" id="{9EA41080-1150-6DA3-FBFA-A6043BF90497}"/>
              </a:ext>
            </a:extLst>
          </p:cNvPr>
          <p:cNvSpPr>
            <a:spLocks noGrp="1"/>
          </p:cNvSpPr>
          <p:nvPr>
            <p:ph type="body" idx="100"/>
          </p:nvPr>
        </p:nvSpPr>
        <p:spPr>
          <a:xfrm>
            <a:off x="-4717" y="306170"/>
            <a:ext cx="9144000" cy="407599"/>
          </a:xfrm>
        </p:spPr>
        <p:txBody>
          <a:bodyPr wrap="square" lIns="91440" tIns="45720" rIns="91440" bIns="45720" rtlCol="0" anchor="t"/>
          <a:lstStyle/>
          <a:p>
            <a:r>
              <a:rPr lang="en-US" dirty="0"/>
              <a:t>UDP Segment Header and Operation (Cont.)</a:t>
            </a:r>
          </a:p>
          <a:p>
            <a:endParaRPr lang="en-US" dirty="0"/>
          </a:p>
        </p:txBody>
      </p:sp>
      <p:pic>
        <p:nvPicPr>
          <p:cNvPr id="4" name="Picture 4" descr="Graphical user interface, website&#10;&#10;Description automatically generated">
            <a:extLst>
              <a:ext uri="{FF2B5EF4-FFF2-40B4-BE49-F238E27FC236}">
                <a16:creationId xmlns:a16="http://schemas.microsoft.com/office/drawing/2014/main" id="{9F48AB3F-62E4-AE36-B039-CEF94A55326C}"/>
              </a:ext>
            </a:extLst>
          </p:cNvPr>
          <p:cNvPicPr>
            <a:picLocks noChangeAspect="1"/>
          </p:cNvPicPr>
          <p:nvPr/>
        </p:nvPicPr>
        <p:blipFill rotWithShape="1">
          <a:blip r:embed="rId3"/>
          <a:srcRect l="3359" t="27455" r="8735" b="20641"/>
          <a:stretch/>
        </p:blipFill>
        <p:spPr>
          <a:xfrm>
            <a:off x="1191221" y="2702123"/>
            <a:ext cx="7011380" cy="2311866"/>
          </a:xfrm>
          <a:prstGeom prst="rect">
            <a:avLst/>
          </a:prstGeom>
        </p:spPr>
      </p:pic>
      <p:sp>
        <p:nvSpPr>
          <p:cNvPr id="5" name="TextBox 4">
            <a:extLst>
              <a:ext uri="{FF2B5EF4-FFF2-40B4-BE49-F238E27FC236}">
                <a16:creationId xmlns:a16="http://schemas.microsoft.com/office/drawing/2014/main" id="{ECD17765-56C2-8569-67B5-0DCB2B426E74}"/>
              </a:ext>
            </a:extLst>
          </p:cNvPr>
          <p:cNvSpPr txBox="1"/>
          <p:nvPr/>
        </p:nvSpPr>
        <p:spPr>
          <a:xfrm>
            <a:off x="331107" y="893845"/>
            <a:ext cx="8484988"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400" dirty="0">
                <a:latin typeface="Arial"/>
                <a:ea typeface="+mn-lt"/>
                <a:cs typeface="+mn-lt"/>
              </a:rPr>
              <a:t>Although UDP usually is called unreliable, in contrast to TCP’s reliability, this does not mean that applications that use UDP are always unreliable, nor does it mean that UDP is an inferior protocol. </a:t>
            </a:r>
            <a:endParaRPr lang="pt-BR" sz="1400" dirty="0">
              <a:latin typeface="Arial"/>
              <a:ea typeface="+mn-lt"/>
              <a:cs typeface="+mn-lt"/>
            </a:endParaRPr>
          </a:p>
          <a:p>
            <a:pPr>
              <a:buFont typeface="Arial"/>
              <a:buChar char="•"/>
            </a:pPr>
            <a:r>
              <a:rPr lang="en-US" sz="1400" dirty="0">
                <a:latin typeface="Arial"/>
                <a:ea typeface="+mn-lt"/>
                <a:cs typeface="+mn-lt"/>
              </a:rPr>
              <a:t>It means that these functions are not provided by the transport layer protocol and must implement elsewhere if required. </a:t>
            </a:r>
            <a:endParaRPr lang="pt-BR" sz="1400" dirty="0">
              <a:latin typeface="Arial"/>
              <a:cs typeface="Arial"/>
            </a:endParaRPr>
          </a:p>
          <a:p>
            <a:pPr>
              <a:buFont typeface="Arial"/>
              <a:buChar char="•"/>
            </a:pPr>
            <a:r>
              <a:rPr lang="en-US" sz="1400" dirty="0">
                <a:latin typeface="Arial"/>
                <a:ea typeface="+mn-lt"/>
                <a:cs typeface="+mn-lt"/>
              </a:rPr>
              <a:t>The low overhead of UDP makes it very desirable for protocols that make a simple requests and reply transactions. </a:t>
            </a:r>
          </a:p>
          <a:p>
            <a:pPr>
              <a:buFont typeface="Arial"/>
              <a:buChar char="•"/>
            </a:pPr>
            <a:r>
              <a:rPr lang="en-US" sz="1400" dirty="0">
                <a:latin typeface="Arial"/>
                <a:ea typeface="+mn-lt"/>
                <a:cs typeface="+mn-lt"/>
              </a:rPr>
              <a:t>For example, using TCP for DHCP would introduce unnecessary network traffic. If no response is received, the device resends the request. </a:t>
            </a:r>
            <a:endParaRPr lang="en-US" sz="1400" dirty="0">
              <a:solidFill>
                <a:schemeClr val="tx1">
                  <a:lumMod val="50000"/>
                </a:schemeClr>
              </a:solidFill>
              <a:latin typeface="Arial"/>
              <a:cs typeface="Calibri" panose="020F0502020204030204"/>
            </a:endParaRPr>
          </a:p>
        </p:txBody>
      </p:sp>
    </p:spTree>
    <p:extLst>
      <p:ext uri="{BB962C8B-B14F-4D97-AF65-F5344CB8AC3E}">
        <p14:creationId xmlns:p14="http://schemas.microsoft.com/office/powerpoint/2010/main" val="2820964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TCP and UDP Vulnerabilities</a:t>
            </a:r>
            <a:endParaRPr lang="en-US" sz="1600"/>
          </a:p>
        </p:txBody>
      </p:sp>
      <p:sp>
        <p:nvSpPr>
          <p:cNvPr id="3" name="Text 0"/>
          <p:cNvSpPr>
            <a:spLocks noGrp="1"/>
          </p:cNvSpPr>
          <p:nvPr>
            <p:ph type="body" idx="100" hasCustomPrompt="1"/>
          </p:nvPr>
        </p:nvSpPr>
        <p:spPr>
          <a:xfrm>
            <a:off x="0" y="274320"/>
            <a:ext cx="9144000" cy="439948"/>
          </a:xfrm>
          <a:prstGeom prst="rect">
            <a:avLst/>
          </a:prstGeom>
          <a:noFill/>
          <a:ln/>
        </p:spPr>
        <p:txBody>
          <a:bodyPr wrap="square" rtlCol="0" anchor="t"/>
          <a:lstStyle/>
          <a:p>
            <a:pPr marL="0" indent="0">
              <a:buNone/>
            </a:pPr>
            <a:r>
              <a:rPr lang="en-US" sz="2200">
                <a:solidFill>
                  <a:srgbClr val="024C69"/>
                </a:solidFill>
                <a:latin typeface="Arial" pitchFamily="34" charset="0"/>
                <a:ea typeface="Arial" pitchFamily="34" charset="-122"/>
                <a:cs typeface="Arial" pitchFamily="34" charset="-120"/>
              </a:rPr>
              <a:t>UDP Attacks</a:t>
            </a:r>
            <a:endParaRPr lang="en-US" sz="2200"/>
          </a:p>
        </p:txBody>
      </p:sp>
      <p:sp>
        <p:nvSpPr>
          <p:cNvPr id="5" name="Text 2"/>
          <p:cNvSpPr/>
          <p:nvPr/>
        </p:nvSpPr>
        <p:spPr>
          <a:xfrm>
            <a:off x="348258" y="825103"/>
            <a:ext cx="8229600" cy="2679581"/>
          </a:xfrm>
          <a:prstGeom prst="rect">
            <a:avLst/>
          </a:prstGeom>
          <a:noFill/>
          <a:ln/>
        </p:spPr>
        <p:txBody>
          <a:bodyPr wrap="square" lIns="91440" tIns="45720" rIns="91440" bIns="45720" rtlCol="0" anchor="t"/>
          <a:lstStyle/>
          <a:p>
            <a:r>
              <a:rPr lang="en-US" sz="1400" dirty="0">
                <a:latin typeface="Arial"/>
                <a:ea typeface="+mn-lt"/>
                <a:cs typeface="+mn-lt"/>
              </a:rPr>
              <a:t>Any encryption does not protect UDP. Encryption can be added to UDP but is not available by default. </a:t>
            </a:r>
          </a:p>
          <a:p>
            <a:endParaRPr lang="en-US" sz="1400" dirty="0">
              <a:latin typeface="Arial"/>
              <a:cs typeface="Calibri"/>
            </a:endParaRPr>
          </a:p>
          <a:p>
            <a:pPr marL="285750" indent="-285750">
              <a:buFont typeface="Arial"/>
              <a:buChar char="•"/>
            </a:pPr>
            <a:r>
              <a:rPr lang="en-US" sz="1400" dirty="0">
                <a:latin typeface="Arial"/>
                <a:ea typeface="+mn-lt"/>
                <a:cs typeface="+mn-lt"/>
              </a:rPr>
              <a:t>Lack of encryption means anyone can see the traffic, change it, and send it on to its destination. </a:t>
            </a:r>
          </a:p>
          <a:p>
            <a:pPr marL="285750" indent="-285750">
              <a:buFont typeface="Arial"/>
              <a:buChar char="•"/>
            </a:pPr>
            <a:r>
              <a:rPr lang="en-US" sz="1400" dirty="0">
                <a:latin typeface="Arial"/>
                <a:ea typeface="+mn-lt"/>
                <a:cs typeface="+mn-lt"/>
              </a:rPr>
              <a:t>Changing the data in the traffic will alter the 16-bit checksum, but the checksum is optional and not always used. </a:t>
            </a:r>
          </a:p>
          <a:p>
            <a:pPr marL="285750" indent="-285750">
              <a:buFont typeface="Arial"/>
              <a:buChar char="•"/>
            </a:pPr>
            <a:r>
              <a:rPr lang="en-US" sz="1400" dirty="0">
                <a:latin typeface="Arial"/>
                <a:ea typeface="+mn-lt"/>
                <a:cs typeface="+mn-lt"/>
              </a:rPr>
              <a:t>When the checksum uses, the threat actor can create a new checksum based on the new data payload and then record it in the header as a new checksum. </a:t>
            </a:r>
          </a:p>
          <a:p>
            <a:pPr marL="285750" indent="-285750">
              <a:buFont typeface="Arial"/>
              <a:buChar char="•"/>
            </a:pPr>
            <a:r>
              <a:rPr lang="en-US" sz="1400" dirty="0">
                <a:latin typeface="Arial"/>
                <a:ea typeface="+mn-lt"/>
                <a:cs typeface="+mn-lt"/>
              </a:rPr>
              <a:t>The destination device will find that the checksum matches the data without realizing it is altered data. This type of attack is not widely used. </a:t>
            </a:r>
            <a:endParaRPr lang="en-US" sz="1400" dirty="0">
              <a:latin typeface="Arial"/>
              <a:cs typeface="Arial"/>
            </a:endParaRPr>
          </a:p>
          <a:p>
            <a:endParaRPr lang="en-US" sz="1400" dirty="0">
              <a:latin typeface="Arial"/>
              <a:cs typeface="Arial"/>
            </a:endParaRPr>
          </a:p>
          <a:p>
            <a:endParaRPr lang="en-US" sz="1400" dirty="0">
              <a:latin typeface="Arial"/>
              <a:cs typeface="Arial"/>
            </a:endParaRPr>
          </a:p>
          <a:p>
            <a:endParaRPr lang="en-US" sz="1400" dirty="0">
              <a:solidFill>
                <a:schemeClr val="tx1">
                  <a:lumMod val="50000"/>
                </a:schemeClr>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TCP and UDP Vulnerabilities</a:t>
            </a:r>
            <a:endParaRPr lang="en-US" sz="1600"/>
          </a:p>
        </p:txBody>
      </p:sp>
      <p:sp>
        <p:nvSpPr>
          <p:cNvPr id="3" name="Text 0"/>
          <p:cNvSpPr>
            <a:spLocks noGrp="1"/>
          </p:cNvSpPr>
          <p:nvPr>
            <p:ph type="body" idx="100" hasCustomPrompt="1"/>
          </p:nvPr>
        </p:nvSpPr>
        <p:spPr>
          <a:xfrm>
            <a:off x="0" y="274320"/>
            <a:ext cx="9144000" cy="375250"/>
          </a:xfrm>
          <a:prstGeom prst="rect">
            <a:avLst/>
          </a:prstGeom>
          <a:noFill/>
          <a:ln/>
        </p:spPr>
        <p:txBody>
          <a:bodyPr wrap="square" lIns="91440" tIns="45720" rIns="91440" bIns="45720" rtlCol="0" anchor="t"/>
          <a:lstStyle/>
          <a:p>
            <a:r>
              <a:rPr lang="en-US" sz="2200" dirty="0">
                <a:solidFill>
                  <a:srgbClr val="024C69"/>
                </a:solidFill>
                <a:latin typeface="Arial"/>
                <a:cs typeface="Arial"/>
              </a:rPr>
              <a:t>UDP Attacks</a:t>
            </a:r>
            <a:r>
              <a:rPr lang="en-US">
                <a:latin typeface="Arial"/>
                <a:cs typeface="Arial"/>
              </a:rPr>
              <a:t> (Cont.)</a:t>
            </a:r>
            <a:endParaRPr lang="en-US" sz="2200"/>
          </a:p>
        </p:txBody>
      </p:sp>
      <p:sp>
        <p:nvSpPr>
          <p:cNvPr id="5" name="Text 2"/>
          <p:cNvSpPr/>
          <p:nvPr/>
        </p:nvSpPr>
        <p:spPr>
          <a:xfrm>
            <a:off x="348258" y="825103"/>
            <a:ext cx="8229600" cy="2895241"/>
          </a:xfrm>
          <a:prstGeom prst="rect">
            <a:avLst/>
          </a:prstGeom>
          <a:noFill/>
          <a:ln/>
        </p:spPr>
        <p:txBody>
          <a:bodyPr wrap="square" lIns="91440" tIns="45720" rIns="91440" bIns="45720" rtlCol="0" anchor="t"/>
          <a:lstStyle/>
          <a:p>
            <a:r>
              <a:rPr lang="en-US" sz="1400" dirty="0">
                <a:latin typeface="Arial"/>
                <a:ea typeface="+mn-lt"/>
                <a:cs typeface="+mn-lt"/>
              </a:rPr>
              <a:t>UDP Flood Attacks </a:t>
            </a:r>
          </a:p>
          <a:p>
            <a:endParaRPr lang="en-US" sz="1400" dirty="0">
              <a:latin typeface="Arial"/>
              <a:cs typeface="Calibri"/>
            </a:endParaRPr>
          </a:p>
          <a:p>
            <a:pPr marL="285750" indent="-285750">
              <a:buFont typeface="Arial"/>
              <a:buChar char="•"/>
            </a:pPr>
            <a:r>
              <a:rPr lang="en-US" sz="1400" dirty="0">
                <a:latin typeface="Arial"/>
                <a:ea typeface="+mn-lt"/>
                <a:cs typeface="+mn-lt"/>
              </a:rPr>
              <a:t>A UDP flood attack consumes all the resources on a network. </a:t>
            </a:r>
            <a:endParaRPr lang="en-US" sz="1400" dirty="0">
              <a:latin typeface="Arial"/>
              <a:ea typeface="+mn-lt"/>
              <a:cs typeface="Arial"/>
            </a:endParaRPr>
          </a:p>
          <a:p>
            <a:pPr marL="285750" indent="-285750">
              <a:buFont typeface="Arial"/>
              <a:buChar char="•"/>
            </a:pPr>
            <a:r>
              <a:rPr lang="en-US" sz="1400" dirty="0">
                <a:latin typeface="Arial"/>
                <a:ea typeface="+mn-lt"/>
                <a:cs typeface="+mn-lt"/>
              </a:rPr>
              <a:t>The threat actor must use a tool like UDP Unicorn or Low Orbit Ion Cannon. </a:t>
            </a:r>
          </a:p>
          <a:p>
            <a:pPr marL="285750" indent="-285750">
              <a:buFont typeface="Arial"/>
              <a:buChar char="•"/>
            </a:pPr>
            <a:r>
              <a:rPr lang="en-US" sz="1400" dirty="0">
                <a:latin typeface="Arial"/>
                <a:ea typeface="+mn-lt"/>
                <a:cs typeface="+mn-lt"/>
              </a:rPr>
              <a:t>These tools send a flood of UDP packets, often from a spoofed host, to a server on the subnet. </a:t>
            </a:r>
            <a:endParaRPr lang="en-US" sz="1400" dirty="0">
              <a:latin typeface="Arial"/>
              <a:cs typeface="Arial"/>
            </a:endParaRPr>
          </a:p>
          <a:p>
            <a:pPr marL="285750" indent="-285750">
              <a:buFont typeface="Arial"/>
              <a:buChar char="•"/>
            </a:pPr>
            <a:r>
              <a:rPr lang="en-US" sz="1400" dirty="0">
                <a:latin typeface="Arial"/>
                <a:ea typeface="+mn-lt"/>
                <a:cs typeface="+mn-lt"/>
              </a:rPr>
              <a:t> The program will sweep through all the known ports to find closed ports, causing the server to reply with an unreachable ICMP port message. </a:t>
            </a:r>
          </a:p>
          <a:p>
            <a:pPr marL="285750" indent="-285750">
              <a:buFont typeface="Arial"/>
              <a:buChar char="•"/>
            </a:pPr>
            <a:r>
              <a:rPr lang="en-US" sz="1400" dirty="0">
                <a:latin typeface="Arial"/>
                <a:ea typeface="+mn-lt"/>
                <a:cs typeface="+mn-lt"/>
              </a:rPr>
              <a:t>Because there are many closed ports on the server, this creates traffic on the segment, which uses up most of the bandwidth. The result is very similar to a DoS attack. </a:t>
            </a:r>
            <a:endParaRPr lang="en-US" sz="1400" dirty="0">
              <a:latin typeface="Arial"/>
              <a:cs typeface="Arial"/>
            </a:endParaRPr>
          </a:p>
          <a:p>
            <a:endParaRPr lang="en-US" sz="1400" dirty="0">
              <a:latin typeface="Arial"/>
              <a:cs typeface="Arial"/>
            </a:endParaRPr>
          </a:p>
          <a:p>
            <a:endParaRPr lang="en-US" sz="1400" dirty="0">
              <a:solidFill>
                <a:schemeClr val="tx1">
                  <a:lumMod val="50000"/>
                </a:schemeClr>
              </a:solidFill>
              <a:latin typeface="Arial"/>
              <a:cs typeface="Arial"/>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35</a:t>
            </a:fld>
            <a:endParaRPr lang="en-US"/>
          </a:p>
        </p:txBody>
      </p:sp>
    </p:spTree>
    <p:extLst>
      <p:ext uri="{BB962C8B-B14F-4D97-AF65-F5344CB8AC3E}">
        <p14:creationId xmlns:p14="http://schemas.microsoft.com/office/powerpoint/2010/main" val="924284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057400"/>
            <a:ext cx="8229600" cy="1600200"/>
          </a:xfrm>
          <a:prstGeom prst="rect">
            <a:avLst/>
          </a:prstGeom>
          <a:noFill/>
          <a:ln/>
        </p:spPr>
        <p:txBody>
          <a:bodyPr wrap="square" rtlCol="0"/>
          <a:lstStyle/>
          <a:p>
            <a:pPr marL="0" indent="0">
              <a:buNone/>
            </a:pPr>
            <a:r>
              <a:rPr lang="en-US" sz="4600" dirty="0">
                <a:solidFill>
                  <a:srgbClr val="B1E8FA"/>
                </a:solidFill>
                <a:latin typeface="Arial" pitchFamily="34" charset="0"/>
                <a:ea typeface="Arial" pitchFamily="34" charset="-122"/>
                <a:cs typeface="Arial" pitchFamily="34" charset="-120"/>
              </a:rPr>
              <a:t>3.4 Attacking the Foundation Summary</a:t>
            </a:r>
            <a:endParaRPr lang="en-US" sz="4600" dirty="0"/>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125016" y="98227"/>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Attacking the Foundation Summary</a:t>
            </a:r>
            <a:endParaRPr lang="en-US" sz="1600"/>
          </a:p>
        </p:txBody>
      </p:sp>
      <p:sp>
        <p:nvSpPr>
          <p:cNvPr id="3" name="Text 0"/>
          <p:cNvSpPr>
            <a:spLocks noGrp="1"/>
          </p:cNvSpPr>
          <p:nvPr>
            <p:ph type="body" idx="100" hasCustomPrompt="1"/>
          </p:nvPr>
        </p:nvSpPr>
        <p:spPr>
          <a:xfrm>
            <a:off x="125016" y="372547"/>
            <a:ext cx="9144000" cy="439948"/>
          </a:xfrm>
          <a:prstGeom prst="rect">
            <a:avLst/>
          </a:prstGeom>
          <a:noFill/>
          <a:ln/>
        </p:spPr>
        <p:txBody>
          <a:bodyPr wrap="square" lIns="91440" tIns="45720" rIns="91440" bIns="45720" rtlCol="0" anchor="t"/>
          <a:lstStyle/>
          <a:p>
            <a:pPr marL="0" indent="0">
              <a:buNone/>
            </a:pPr>
            <a:r>
              <a:rPr lang="en-US" sz="2200" dirty="0">
                <a:solidFill>
                  <a:srgbClr val="024C69"/>
                </a:solidFill>
                <a:latin typeface="Arial"/>
                <a:cs typeface="Arial"/>
              </a:rPr>
              <a:t>What </a:t>
            </a:r>
            <a:r>
              <a:rPr lang="en-US">
                <a:latin typeface="Arial"/>
                <a:cs typeface="Arial"/>
              </a:rPr>
              <a:t>did</a:t>
            </a:r>
            <a:r>
              <a:rPr lang="en-US" sz="2200" dirty="0">
                <a:solidFill>
                  <a:srgbClr val="024C69"/>
                </a:solidFill>
                <a:latin typeface="Arial"/>
                <a:cs typeface="Arial"/>
              </a:rPr>
              <a:t> I Learn in this Module?</a:t>
            </a:r>
            <a:endParaRPr lang="en-US" sz="2200" dirty="0">
              <a:latin typeface="Arial"/>
              <a:cs typeface="Arial"/>
            </a:endParaRPr>
          </a:p>
        </p:txBody>
      </p:sp>
      <p:sp>
        <p:nvSpPr>
          <p:cNvPr id="5" name="Text 2"/>
          <p:cNvSpPr/>
          <p:nvPr/>
        </p:nvSpPr>
        <p:spPr>
          <a:xfrm>
            <a:off x="455414" y="1101924"/>
            <a:ext cx="8229600" cy="3261863"/>
          </a:xfrm>
          <a:prstGeom prst="rect">
            <a:avLst/>
          </a:prstGeom>
          <a:noFill/>
          <a:ln/>
        </p:spPr>
        <p:txBody>
          <a:bodyPr wrap="square" lIns="91440" tIns="45720" rIns="91440" bIns="45720" rtlCol="0" anchor="t"/>
          <a:lstStyle/>
          <a:p>
            <a:pPr marL="285750" indent="-285750">
              <a:buFont typeface="Arial" panose="020B0604020202020204" pitchFamily="34" charset="0"/>
              <a:buChar char="•"/>
            </a:pPr>
            <a:r>
              <a:rPr lang="en-US" sz="1400" dirty="0">
                <a:latin typeface="Arial"/>
                <a:ea typeface="+mn-lt"/>
                <a:cs typeface="+mn-lt"/>
              </a:rPr>
              <a:t>IP is a Layer 3 connectionless protocol. The IPv4 header consists of several fields, and the IPv6 header contains fewer fields. </a:t>
            </a:r>
          </a:p>
          <a:p>
            <a:pPr marL="285750" indent="-285750">
              <a:buFont typeface="Arial" panose="020B0604020202020204" pitchFamily="34" charset="0"/>
              <a:buChar char="•"/>
            </a:pPr>
            <a:r>
              <a:rPr lang="en-US" sz="1400" dirty="0">
                <a:latin typeface="Arial"/>
                <a:ea typeface="+mn-lt"/>
                <a:cs typeface="+mn-lt"/>
              </a:rPr>
              <a:t>Different types of attacks target IP, like ICMP attacks, DoS attacks, DDoS attacks, Address spoofing attacks, Man-in-the-middle attacks (</a:t>
            </a:r>
            <a:r>
              <a:rPr lang="en-US" sz="1400" dirty="0" err="1">
                <a:latin typeface="Arial"/>
                <a:ea typeface="+mn-lt"/>
                <a:cs typeface="+mn-lt"/>
              </a:rPr>
              <a:t>MiTM</a:t>
            </a:r>
            <a:r>
              <a:rPr lang="en-US" sz="1400" dirty="0">
                <a:latin typeface="Arial"/>
                <a:ea typeface="+mn-lt"/>
                <a:cs typeface="+mn-lt"/>
              </a:rPr>
              <a:t>), and Session hijacking. </a:t>
            </a:r>
            <a:endParaRPr lang="en-US" sz="1400" dirty="0">
              <a:latin typeface="Arial"/>
              <a:cs typeface="Arial"/>
            </a:endParaRPr>
          </a:p>
          <a:p>
            <a:pPr marL="285750" indent="-285750">
              <a:buFont typeface="Arial" panose="020B0604020202020204" pitchFamily="34" charset="0"/>
              <a:buChar char="•"/>
            </a:pPr>
            <a:r>
              <a:rPr lang="en-US" sz="1400" dirty="0">
                <a:latin typeface="Arial"/>
                <a:ea typeface="+mn-lt"/>
                <a:cs typeface="+mn-lt"/>
              </a:rPr>
              <a:t>ICMP carries diagnostic messages and reports error conditions when routes, hosts, and ports are unavailable. </a:t>
            </a:r>
          </a:p>
          <a:p>
            <a:pPr marL="285750" indent="-285750">
              <a:buFont typeface="Arial" panose="020B0604020202020204" pitchFamily="34" charset="0"/>
              <a:buChar char="•"/>
            </a:pPr>
            <a:r>
              <a:rPr lang="en-US" sz="1400" dirty="0">
                <a:latin typeface="Arial"/>
                <a:ea typeface="+mn-lt"/>
                <a:cs typeface="+mn-lt"/>
              </a:rPr>
              <a:t>Threat actors use ICMP for reconnaissance and scanning attacks and DoS and DDoS attacks. </a:t>
            </a:r>
            <a:endParaRPr lang="en-US" sz="1400" dirty="0">
              <a:latin typeface="Arial"/>
              <a:cs typeface="Arial"/>
            </a:endParaRPr>
          </a:p>
          <a:p>
            <a:pPr marL="285750" indent="-285750">
              <a:buFont typeface="Arial" panose="020B0604020202020204" pitchFamily="34" charset="0"/>
              <a:buChar char="•"/>
            </a:pPr>
            <a:r>
              <a:rPr lang="en-US" sz="1400" dirty="0">
                <a:latin typeface="Arial"/>
                <a:ea typeface="+mn-lt"/>
                <a:cs typeface="+mn-lt"/>
              </a:rPr>
              <a:t>Threat actors often use amplification and reflection techniques to create DoS attacks. </a:t>
            </a:r>
          </a:p>
          <a:p>
            <a:pPr marL="285750" indent="-285750">
              <a:buFont typeface="Arial" panose="020B0604020202020204" pitchFamily="34" charset="0"/>
              <a:buChar char="•"/>
            </a:pPr>
            <a:r>
              <a:rPr lang="en-US" sz="1400" dirty="0">
                <a:latin typeface="Arial"/>
                <a:ea typeface="+mn-lt"/>
                <a:cs typeface="+mn-lt"/>
              </a:rPr>
              <a:t>They also use resource exhaustion attacks to consume the resources of a target host to crash or consume the network's resources. </a:t>
            </a:r>
            <a:endParaRPr lang="en-US" sz="1400" dirty="0">
              <a:latin typeface="Arial"/>
              <a:cs typeface="Arial"/>
            </a:endParaRPr>
          </a:p>
          <a:p>
            <a:pPr marL="285750" indent="-285750">
              <a:buFont typeface="Arial" panose="020B0604020202020204" pitchFamily="34" charset="0"/>
              <a:buChar char="•"/>
            </a:pPr>
            <a:r>
              <a:rPr lang="en-US" sz="1400" dirty="0">
                <a:latin typeface="Arial"/>
                <a:ea typeface="+mn-lt"/>
                <a:cs typeface="+mn-lt"/>
              </a:rPr>
              <a:t>IP address spoofing attacks occur when a threat actor creates packets with false source IP address information to either hide the sender's identity or pose as another legitimate user. </a:t>
            </a:r>
            <a:endParaRPr lang="en-US" sz="1400" dirty="0">
              <a:latin typeface="Arial"/>
              <a:cs typeface="Arial"/>
            </a:endParaRPr>
          </a:p>
          <a:p>
            <a:pPr marL="285750" indent="-285750">
              <a:buFont typeface="Arial" panose="020B0604020202020204" pitchFamily="34" charset="0"/>
              <a:buChar char="•"/>
            </a:pPr>
            <a:r>
              <a:rPr lang="en-US" sz="1400" dirty="0">
                <a:latin typeface="Arial"/>
                <a:ea typeface="+mn-lt"/>
                <a:cs typeface="+mn-lt"/>
              </a:rPr>
              <a:t>Address spoofing attacks can be non-blind spoofing to hijack a session or blind spoofing to create a DoS attack. MAC address spoofing attacks deploy when threat actors have access to the internal network. </a:t>
            </a:r>
            <a:endParaRPr lang="en-US" sz="1400" dirty="0">
              <a:latin typeface="Arial"/>
              <a:cs typeface="Arial"/>
            </a:endParaRPr>
          </a:p>
          <a:p>
            <a:pPr>
              <a:buFont typeface="Arial"/>
              <a:buChar char="•"/>
            </a:pPr>
            <a:endParaRPr lang="en-US" sz="1400" dirty="0">
              <a:latin typeface="Arial"/>
              <a:cs typeface="Arial"/>
            </a:endParaRPr>
          </a:p>
          <a:p>
            <a:pPr>
              <a:buFont typeface="Arial"/>
              <a:buChar char="•"/>
            </a:pPr>
            <a:endParaRPr lang="en-US" sz="1400" dirty="0">
              <a:latin typeface="Arial"/>
              <a:cs typeface="Arial"/>
            </a:endParaRPr>
          </a:p>
          <a:p>
            <a:pPr marL="285750" indent="-285750">
              <a:buFont typeface="Arial"/>
              <a:buChar char="•"/>
            </a:pPr>
            <a:endParaRPr lang="en-US" sz="1400" dirty="0">
              <a:latin typeface="Arial"/>
              <a:ea typeface="+mn-lt"/>
              <a:cs typeface="+mn-lt"/>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0" y="0"/>
            <a:ext cx="9144000" cy="274320"/>
          </a:xfrm>
          <a:prstGeom prst="rect">
            <a:avLst/>
          </a:prstGeom>
          <a:noFill/>
          <a:ln/>
        </p:spPr>
        <p:txBody>
          <a:bodyPr wrap="square" rtlCol="0" anchor="t"/>
          <a:lstStyle/>
          <a:p>
            <a:pPr marL="0" indent="0">
              <a:buNone/>
            </a:pPr>
            <a:r>
              <a:rPr lang="en-US" sz="1600">
                <a:solidFill>
                  <a:srgbClr val="024C69"/>
                </a:solidFill>
                <a:latin typeface="Arial" pitchFamily="34" charset="0"/>
                <a:ea typeface="Arial" pitchFamily="34" charset="-122"/>
                <a:cs typeface="Arial" pitchFamily="34" charset="-120"/>
              </a:rPr>
              <a:t>Attacking the Foundation Summary</a:t>
            </a:r>
            <a:endParaRPr lang="en-US" sz="1600"/>
          </a:p>
        </p:txBody>
      </p:sp>
      <p:sp>
        <p:nvSpPr>
          <p:cNvPr id="3" name="Text 0"/>
          <p:cNvSpPr>
            <a:spLocks noGrp="1"/>
          </p:cNvSpPr>
          <p:nvPr>
            <p:ph type="body" idx="100" hasCustomPrompt="1"/>
          </p:nvPr>
        </p:nvSpPr>
        <p:spPr>
          <a:xfrm>
            <a:off x="0" y="274320"/>
            <a:ext cx="9144000" cy="407599"/>
          </a:xfrm>
          <a:prstGeom prst="rect">
            <a:avLst/>
          </a:prstGeom>
          <a:noFill/>
          <a:ln/>
        </p:spPr>
        <p:txBody>
          <a:bodyPr wrap="square" lIns="91440" tIns="45720" rIns="91440" bIns="45720" rtlCol="0" anchor="t"/>
          <a:lstStyle/>
          <a:p>
            <a:r>
              <a:rPr lang="en-US" sz="2200">
                <a:solidFill>
                  <a:srgbClr val="024C69"/>
                </a:solidFill>
                <a:latin typeface="Arial"/>
                <a:cs typeface="Arial"/>
              </a:rPr>
              <a:t>What </a:t>
            </a:r>
            <a:r>
              <a:rPr lang="en-US">
                <a:latin typeface="Arial"/>
                <a:cs typeface="Arial"/>
              </a:rPr>
              <a:t>did</a:t>
            </a:r>
            <a:r>
              <a:rPr lang="en-US" sz="2200">
                <a:solidFill>
                  <a:srgbClr val="024C69"/>
                </a:solidFill>
                <a:latin typeface="Arial"/>
                <a:cs typeface="Arial"/>
              </a:rPr>
              <a:t> I Learn in this Module?</a:t>
            </a:r>
            <a:r>
              <a:rPr lang="en-US">
                <a:latin typeface="Arial"/>
                <a:cs typeface="Arial"/>
              </a:rPr>
              <a:t> (Cont.)</a:t>
            </a:r>
            <a:endParaRPr lang="en-US" sz="2200"/>
          </a:p>
        </p:txBody>
      </p:sp>
      <p:sp>
        <p:nvSpPr>
          <p:cNvPr id="5" name="Text 2"/>
          <p:cNvSpPr/>
          <p:nvPr/>
        </p:nvSpPr>
        <p:spPr>
          <a:xfrm>
            <a:off x="455414" y="967978"/>
            <a:ext cx="8229600" cy="2312958"/>
          </a:xfrm>
          <a:prstGeom prst="rect">
            <a:avLst/>
          </a:prstGeom>
          <a:noFill/>
          <a:ln/>
        </p:spPr>
        <p:txBody>
          <a:bodyPr wrap="square" lIns="91440" tIns="45720" rIns="91440" bIns="45720" rtlCol="0" anchor="t"/>
          <a:lstStyle/>
          <a:p>
            <a:pPr marL="285750" indent="-285750">
              <a:buFont typeface="Arial" panose="020B0604020202020204" pitchFamily="34" charset="0"/>
              <a:buChar char="•"/>
            </a:pPr>
            <a:r>
              <a:rPr lang="en-US" sz="1400" dirty="0">
                <a:latin typeface="Arial"/>
                <a:ea typeface="+mn-lt"/>
                <a:cs typeface="+mn-lt"/>
              </a:rPr>
              <a:t>TCP segment and UDP datagram information appear immediately after the IP header. </a:t>
            </a:r>
            <a:endParaRPr lang="pt-BR" sz="1400" dirty="0">
              <a:latin typeface="Arial"/>
              <a:ea typeface="+mn-lt"/>
              <a:cs typeface="+mn-lt"/>
            </a:endParaRPr>
          </a:p>
          <a:p>
            <a:pPr marL="285750" indent="-285750">
              <a:buFont typeface="Arial" panose="020B0604020202020204" pitchFamily="34" charset="0"/>
              <a:buChar char="•"/>
            </a:pPr>
            <a:r>
              <a:rPr lang="en-US" sz="1400" dirty="0">
                <a:latin typeface="Arial"/>
                <a:ea typeface="+mn-lt"/>
                <a:cs typeface="+mn-lt"/>
              </a:rPr>
              <a:t>TCP provides reliable delivery, flow control, and stateful communication. </a:t>
            </a:r>
            <a:endParaRPr lang="pt-BR" sz="1400" dirty="0">
              <a:latin typeface="Arial"/>
              <a:cs typeface="Arial"/>
            </a:endParaRPr>
          </a:p>
          <a:p>
            <a:pPr marL="285750" indent="-285750">
              <a:buFont typeface="Arial" panose="020B0604020202020204" pitchFamily="34" charset="0"/>
              <a:buChar char="•"/>
            </a:pPr>
            <a:r>
              <a:rPr lang="en-US" sz="1400" dirty="0">
                <a:latin typeface="Arial"/>
                <a:ea typeface="+mn-lt"/>
                <a:cs typeface="+mn-lt"/>
              </a:rPr>
              <a:t>TCP stateful communication between two parties occurs during the TCP three-way handshake. </a:t>
            </a:r>
            <a:endParaRPr lang="en-US" sz="1400" dirty="0">
              <a:latin typeface="Arial"/>
              <a:cs typeface="Arial"/>
            </a:endParaRPr>
          </a:p>
          <a:p>
            <a:pPr marL="285750" indent="-285750">
              <a:buFont typeface="Arial" panose="020B0604020202020204" pitchFamily="34" charset="0"/>
              <a:buChar char="•"/>
            </a:pPr>
            <a:r>
              <a:rPr lang="en-US" sz="1400" dirty="0">
                <a:latin typeface="Arial"/>
                <a:ea typeface="+mn-lt"/>
                <a:cs typeface="+mn-lt"/>
              </a:rPr>
              <a:t>Threat actors can conduct TCP-related attacks like TCP port scans, TCP SYN Flood attacks, TCP Reset Attacks, and TCP Session Hijacking attacks. </a:t>
            </a:r>
            <a:endParaRPr lang="en-US" sz="1400" dirty="0">
              <a:latin typeface="Arial"/>
              <a:cs typeface="Arial"/>
            </a:endParaRPr>
          </a:p>
          <a:p>
            <a:pPr marL="285750" indent="-285750">
              <a:buFont typeface="Arial" panose="020B0604020202020204" pitchFamily="34" charset="0"/>
              <a:buChar char="•"/>
            </a:pPr>
            <a:r>
              <a:rPr lang="en-US" sz="1400" dirty="0">
                <a:latin typeface="Arial"/>
                <a:ea typeface="+mn-lt"/>
                <a:cs typeface="+mn-lt"/>
              </a:rPr>
              <a:t>The UDP segment (i.e., datagram) is much smaller than the TCP segment, making it desirable for use by protocols that make simple request and reply transactions, such as DNS, DHCP, SNMP, and others. </a:t>
            </a:r>
          </a:p>
          <a:p>
            <a:pPr marL="285750" indent="-285750">
              <a:buFont typeface="Arial" panose="020B0604020202020204" pitchFamily="34" charset="0"/>
              <a:buChar char="•"/>
            </a:pPr>
            <a:r>
              <a:rPr lang="en-US" sz="1400" dirty="0">
                <a:latin typeface="Arial"/>
                <a:ea typeface="+mn-lt"/>
                <a:cs typeface="+mn-lt"/>
              </a:rPr>
              <a:t>Threat actors can conduct UDP flood attacks which sweep through all the known UDP ports on a server trying to find closed ports. Threat actor actions can create a DoS situation. </a:t>
            </a:r>
            <a:endParaRPr lang="en-US" sz="1400" dirty="0">
              <a:latin typeface="Arial"/>
              <a:cs typeface="Calibri" panose="020F0502020204030204"/>
            </a:endParaRPr>
          </a:p>
        </p:txBody>
      </p:sp>
      <p:sp>
        <p:nvSpPr>
          <p:cNvPr id="25" name="Slide Number Placeholder 0"/>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nchor="t"/>
          <a:lstStyle>
            <a:lvl1pPr>
              <a:defRPr sz="600">
                <a:solidFill>
                  <a:srgbClr val="D9D9D9"/>
                </a:solidFill>
              </a:defRPr>
            </a:lvl1pPr>
          </a:lstStyle>
          <a:p>
            <a:pPr algn="r"/>
            <a:fld id="{F7021451-1387-4CA6-816F-3879F97B5CBC}" type="slidenum">
              <a:rPr lang="en-US" b="0"/>
              <a:t>38</a:t>
            </a:fld>
            <a:endParaRPr lang="en-US"/>
          </a:p>
        </p:txBody>
      </p:sp>
    </p:spTree>
    <p:extLst>
      <p:ext uri="{BB962C8B-B14F-4D97-AF65-F5344CB8AC3E}">
        <p14:creationId xmlns:p14="http://schemas.microsoft.com/office/powerpoint/2010/main" val="125537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10397"/>
            <a:ext cx="9144000" cy="757551"/>
          </a:xfrm>
        </p:spPr>
        <p:txBody>
          <a:bodyPr/>
          <a:lstStyle/>
          <a:p>
            <a:pPr eaLnBrk="1" hangingPunct="1"/>
            <a:r>
              <a:rPr lang="en-US" sz="1600" dirty="0">
                <a:latin typeface="Arial"/>
                <a:ea typeface="ＭＳ Ｐゴシック"/>
              </a:rPr>
              <a:t>Module 3</a:t>
            </a:r>
            <a:br>
              <a:rPr lang="en-US" dirty="0">
                <a:latin typeface="Arial" charset="0"/>
              </a:rPr>
            </a:br>
            <a:r>
              <a:rPr lang="en-US" sz="2200" dirty="0">
                <a:latin typeface="Arial"/>
                <a:ea typeface="ＭＳ Ｐゴシック"/>
              </a:rPr>
              <a:t>New Terms and Commands</a:t>
            </a:r>
          </a:p>
        </p:txBody>
      </p:sp>
      <p:sp>
        <p:nvSpPr>
          <p:cNvPr id="4" name="Espaço Reservado para Conteúdo 3">
            <a:extLst>
              <a:ext uri="{FF2B5EF4-FFF2-40B4-BE49-F238E27FC236}">
                <a16:creationId xmlns:a16="http://schemas.microsoft.com/office/drawing/2014/main" id="{1FEE8948-588C-EA03-3755-7F05D90C4718}"/>
              </a:ext>
            </a:extLst>
          </p:cNvPr>
          <p:cNvSpPr>
            <a:spLocks noGrp="1"/>
          </p:cNvSpPr>
          <p:nvPr>
            <p:ph idx="1"/>
          </p:nvPr>
        </p:nvSpPr>
        <p:spPr>
          <a:xfrm>
            <a:off x="144065" y="798944"/>
            <a:ext cx="8389617" cy="1782994"/>
          </a:xfrm>
        </p:spPr>
        <p:txBody>
          <a:bodyPr/>
          <a:lstStyle/>
          <a:p>
            <a:pPr marL="172720" indent="-172720">
              <a:spcBef>
                <a:spcPts val="200"/>
              </a:spcBef>
              <a:spcAft>
                <a:spcPts val="200"/>
              </a:spcAft>
              <a:buFont typeface="Arial,Sans-Serif" panose="05000000000000000000" pitchFamily="2" charset="2"/>
              <a:buChar char="•"/>
            </a:pPr>
            <a:r>
              <a:rPr lang="en-US" sz="1400" dirty="0">
                <a:solidFill>
                  <a:schemeClr val="tx1">
                    <a:lumMod val="50000"/>
                  </a:schemeClr>
                </a:solidFill>
                <a:ea typeface="ＭＳ Ｐゴシック"/>
                <a:cs typeface="Arial"/>
              </a:rPr>
              <a:t>Differentiated Services or </a:t>
            </a:r>
            <a:r>
              <a:rPr lang="en-US" sz="1400" dirty="0" err="1">
                <a:solidFill>
                  <a:schemeClr val="tx1">
                    <a:lumMod val="50000"/>
                  </a:schemeClr>
                </a:solidFill>
                <a:ea typeface="ＭＳ Ｐゴシック"/>
                <a:cs typeface="Arial"/>
              </a:rPr>
              <a:t>Diffserv</a:t>
            </a:r>
            <a:r>
              <a:rPr lang="en-US" sz="1400" dirty="0">
                <a:solidFill>
                  <a:schemeClr val="tx1">
                    <a:lumMod val="50000"/>
                  </a:schemeClr>
                </a:solidFill>
                <a:ea typeface="ＭＳ Ｐゴシック"/>
                <a:cs typeface="Arial"/>
              </a:rPr>
              <a:t> (DS)</a:t>
            </a:r>
            <a:endParaRPr lang="en-US" sz="1400" dirty="0">
              <a:solidFill>
                <a:schemeClr val="tx1">
                  <a:lumMod val="50000"/>
                </a:schemeClr>
              </a:solidFill>
              <a:ea typeface="ＭＳ Ｐゴシック"/>
              <a:cs typeface="+mn-lt"/>
            </a:endParaRPr>
          </a:p>
          <a:p>
            <a:pPr marL="172720" indent="-172720">
              <a:spcBef>
                <a:spcPts val="200"/>
              </a:spcBef>
              <a:spcAft>
                <a:spcPts val="200"/>
              </a:spcAft>
              <a:buFont typeface="Arial,Sans-Serif" panose="05000000000000000000" pitchFamily="2" charset="2"/>
              <a:buChar char="•"/>
            </a:pPr>
            <a:r>
              <a:rPr lang="en-US" sz="1400" dirty="0">
                <a:solidFill>
                  <a:schemeClr val="tx1">
                    <a:lumMod val="50000"/>
                  </a:schemeClr>
                </a:solidFill>
                <a:ea typeface="ＭＳ Ｐゴシック"/>
                <a:cs typeface="Arial"/>
              </a:rPr>
              <a:t>Session hijacking</a:t>
            </a:r>
            <a:endParaRPr lang="en-US" sz="1400" dirty="0">
              <a:solidFill>
                <a:schemeClr val="tx1">
                  <a:lumMod val="50000"/>
                </a:schemeClr>
              </a:solidFill>
              <a:ea typeface="ＭＳ Ｐゴシック"/>
              <a:cs typeface="+mn-lt"/>
            </a:endParaRPr>
          </a:p>
          <a:p>
            <a:pPr marL="172720" indent="-172720">
              <a:spcBef>
                <a:spcPts val="200"/>
              </a:spcBef>
              <a:spcAft>
                <a:spcPts val="200"/>
              </a:spcAft>
              <a:buFont typeface="Arial,Sans-Serif" panose="05000000000000000000" pitchFamily="2" charset="2"/>
              <a:buChar char="•"/>
            </a:pPr>
            <a:r>
              <a:rPr lang="en-US" sz="1400" dirty="0">
                <a:solidFill>
                  <a:schemeClr val="tx1">
                    <a:lumMod val="50000"/>
                  </a:schemeClr>
                </a:solidFill>
                <a:ea typeface="ＭＳ Ｐゴシック"/>
                <a:cs typeface="Arial"/>
              </a:rPr>
              <a:t>Non-blind spoofing</a:t>
            </a:r>
            <a:endParaRPr lang="en-US" sz="1400" dirty="0">
              <a:solidFill>
                <a:schemeClr val="tx1">
                  <a:lumMod val="50000"/>
                </a:schemeClr>
              </a:solidFill>
              <a:ea typeface="ＭＳ Ｐゴシック"/>
              <a:cs typeface="+mn-lt"/>
            </a:endParaRPr>
          </a:p>
          <a:p>
            <a:pPr marL="172720" indent="-172720">
              <a:spcBef>
                <a:spcPts val="200"/>
              </a:spcBef>
              <a:spcAft>
                <a:spcPts val="200"/>
              </a:spcAft>
              <a:buFont typeface="Arial,Sans-Serif" panose="05000000000000000000" pitchFamily="2" charset="2"/>
              <a:buChar char="•"/>
            </a:pPr>
            <a:r>
              <a:rPr lang="en-US" sz="1400" dirty="0">
                <a:solidFill>
                  <a:schemeClr val="tx1">
                    <a:lumMod val="50000"/>
                  </a:schemeClr>
                </a:solidFill>
                <a:ea typeface="ＭＳ Ｐゴシック"/>
                <a:cs typeface="Arial"/>
              </a:rPr>
              <a:t>Blind spoofing</a:t>
            </a:r>
            <a:endParaRPr lang="en-US" sz="1400" dirty="0">
              <a:solidFill>
                <a:schemeClr val="tx1">
                  <a:lumMod val="50000"/>
                </a:schemeClr>
              </a:solidFill>
              <a:ea typeface="ＭＳ Ｐゴシック"/>
              <a:cs typeface="+mn-lt"/>
            </a:endParaRPr>
          </a:p>
          <a:p>
            <a:pPr marL="172720" indent="-172720">
              <a:spcBef>
                <a:spcPts val="200"/>
              </a:spcBef>
              <a:spcAft>
                <a:spcPts val="200"/>
              </a:spcAft>
              <a:buFont typeface="Arial,Sans-Serif" panose="05000000000000000000" pitchFamily="2" charset="2"/>
              <a:buChar char="•"/>
            </a:pPr>
            <a:r>
              <a:rPr lang="en-US" sz="1400" dirty="0">
                <a:solidFill>
                  <a:schemeClr val="tx1">
                    <a:lumMod val="50000"/>
                  </a:schemeClr>
                </a:solidFill>
                <a:ea typeface="ＭＳ Ｐゴシック"/>
                <a:cs typeface="Arial"/>
              </a:rPr>
              <a:t>Time-to-Live (TTL)</a:t>
            </a:r>
            <a:endParaRPr lang="en-US" sz="1400" dirty="0">
              <a:solidFill>
                <a:schemeClr val="tx1">
                  <a:lumMod val="50000"/>
                </a:schemeClr>
              </a:solidFill>
              <a:ea typeface="ＭＳ Ｐゴシック"/>
              <a:cs typeface="+mn-lt"/>
            </a:endParaRPr>
          </a:p>
          <a:p>
            <a:pPr marL="172720" indent="-172720">
              <a:spcBef>
                <a:spcPts val="200"/>
              </a:spcBef>
              <a:spcAft>
                <a:spcPts val="200"/>
              </a:spcAft>
              <a:buFont typeface="Arial,Sans-Serif" panose="05000000000000000000" pitchFamily="2" charset="2"/>
              <a:buChar char="•"/>
            </a:pPr>
            <a:r>
              <a:rPr lang="en-US" sz="1400" dirty="0">
                <a:solidFill>
                  <a:schemeClr val="tx1">
                    <a:lumMod val="50000"/>
                  </a:schemeClr>
                </a:solidFill>
                <a:ea typeface="ＭＳ Ｐゴシック"/>
                <a:cs typeface="Arial"/>
              </a:rPr>
              <a:t>Network Time Protocol (NTP)</a:t>
            </a:r>
            <a:endParaRPr lang="en-US" sz="1400" dirty="0">
              <a:solidFill>
                <a:schemeClr val="tx1">
                  <a:lumMod val="50000"/>
                </a:schemeClr>
              </a:solidFill>
              <a:ea typeface="ＭＳ Ｐゴシック"/>
              <a:cs typeface="+mn-lt"/>
            </a:endParaRPr>
          </a:p>
          <a:p>
            <a:pPr marL="0" indent="0">
              <a:spcBef>
                <a:spcPts val="200"/>
              </a:spcBef>
              <a:spcAft>
                <a:spcPts val="200"/>
              </a:spcAft>
              <a:buNone/>
            </a:pPr>
            <a:endParaRPr lang="en-US" b="1" dirty="0">
              <a:ea typeface="+mn-lt"/>
              <a:cs typeface="+mn-lt"/>
            </a:endParaRPr>
          </a:p>
        </p:txBody>
      </p:sp>
    </p:spTree>
    <p:extLst>
      <p:ext uri="{BB962C8B-B14F-4D97-AF65-F5344CB8AC3E}">
        <p14:creationId xmlns:p14="http://schemas.microsoft.com/office/powerpoint/2010/main" val="1223873037"/>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63c561b-9ed7-4eff-a44a-420ee4b9be56">
      <Terms xmlns="http://schemas.microsoft.com/office/infopath/2007/PartnerControls"/>
    </lcf76f155ced4ddcb4097134ff3c332f>
    <TaxCatchAll xmlns="4596d6c2-6208-40c1-97d7-a7a8de7b2e7e" xsi:nil="true"/>
    <SharedWithUsers xmlns="4596d6c2-6208-40c1-97d7-a7a8de7b2e7e">
      <UserInfo>
        <DisplayName/>
        <AccountId xsi:nil="true"/>
        <AccountType/>
      </UserInfo>
    </SharedWithUsers>
    <MediaLengthInSeconds xmlns="663c561b-9ed7-4eff-a44a-420ee4b9be5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372FA7496D6DA479E8285E92D89F7A2" ma:contentTypeVersion="15" ma:contentTypeDescription="Create a new document." ma:contentTypeScope="" ma:versionID="cc03c34962dc7a1ce1ea79212ad1f1fe">
  <xsd:schema xmlns:xsd="http://www.w3.org/2001/XMLSchema" xmlns:xs="http://www.w3.org/2001/XMLSchema" xmlns:p="http://schemas.microsoft.com/office/2006/metadata/properties" xmlns:ns2="4596d6c2-6208-40c1-97d7-a7a8de7b2e7e" xmlns:ns3="663c561b-9ed7-4eff-a44a-420ee4b9be56" targetNamespace="http://schemas.microsoft.com/office/2006/metadata/properties" ma:root="true" ma:fieldsID="f297ccd91f930ebf464e3ef2d8f03a81" ns2:_="" ns3:_="">
    <xsd:import namespace="4596d6c2-6208-40c1-97d7-a7a8de7b2e7e"/>
    <xsd:import namespace="663c561b-9ed7-4eff-a44a-420ee4b9be5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6d6c2-6208-40c1-97d7-a7a8de7b2e7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4744fc2b-25fb-49a1-97aa-3319922cdb6c}" ma:internalName="TaxCatchAll" ma:showField="CatchAllData" ma:web="4596d6c2-6208-40c1-97d7-a7a8de7b2e7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63c561b-9ed7-4eff-a44a-420ee4b9be5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E71A9A-2F18-48D5-8F85-4948E6342151}">
  <ds:schemaRefs>
    <ds:schemaRef ds:uri="http://schemas.microsoft.com/sharepoint/v3/contenttype/forms"/>
  </ds:schemaRefs>
</ds:datastoreItem>
</file>

<file path=customXml/itemProps2.xml><?xml version="1.0" encoding="utf-8"?>
<ds:datastoreItem xmlns:ds="http://schemas.openxmlformats.org/officeDocument/2006/customXml" ds:itemID="{804CE1A5-C1B6-43A6-99FA-6A19526049E5}">
  <ds:schemaRefs>
    <ds:schemaRef ds:uri="810553ce-449d-4340-bb0a-414d416a9b51"/>
    <ds:schemaRef ds:uri="20a0b39e-fcd0-423b-9f17-9d26d967be51"/>
    <ds:schemaRef ds:uri="http://schemas.microsoft.com/office/infopath/2007/PartnerControls"/>
    <ds:schemaRef ds:uri="http://purl.org/dc/dcmitype/"/>
    <ds:schemaRef ds:uri="http://schemas.microsoft.com/office/2006/metadata/properties"/>
    <ds:schemaRef ds:uri="http://www.w3.org/XML/1998/namespace"/>
    <ds:schemaRef ds:uri="http://purl.org/dc/elements/1.1/"/>
    <ds:schemaRef ds:uri="http://schemas.microsoft.com/office/2006/documentManagement/type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E7BFC2C2-2269-4509-B7F5-8844DA6F3CD2}"/>
</file>

<file path=docProps/app.xml><?xml version="1.0" encoding="utf-8"?>
<Properties xmlns="http://schemas.openxmlformats.org/officeDocument/2006/extended-properties" xmlns:vt="http://schemas.openxmlformats.org/officeDocument/2006/docPropsVTypes">
  <TotalTime>21</TotalTime>
  <Words>4184</Words>
  <Application>Microsoft Office PowerPoint</Application>
  <PresentationFormat>On-screen Show (16:9)</PresentationFormat>
  <Paragraphs>466</Paragraphs>
  <Slides>39</Slides>
  <Notes>37</Notes>
  <HiddenSlides>9</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39</vt:i4>
      </vt:variant>
    </vt:vector>
  </HeadingPairs>
  <TitlesOfParts>
    <vt:vector size="47" baseType="lpstr">
      <vt:lpstr>Arial</vt:lpstr>
      <vt:lpstr>Arial,Sans-Serif</vt:lpstr>
      <vt:lpstr>Calibri</vt:lpstr>
      <vt:lpstr>Calibri Light</vt:lpstr>
      <vt:lpstr>CiscoSans ExtraLight</vt:lpstr>
      <vt:lpstr>Wingdings</vt:lpstr>
      <vt:lpstr>Office Theme</vt:lpstr>
      <vt:lpstr>Default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3 New Terms and Commands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Anna Bolen -X (abolen - UNICON INC at Cisco)</cp:lastModifiedBy>
  <cp:revision>1323</cp:revision>
  <dcterms:created xsi:type="dcterms:W3CDTF">2022-10-03T22:07:09Z</dcterms:created>
  <dcterms:modified xsi:type="dcterms:W3CDTF">2023-03-30T15:43:53Z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0x010100198F9F34832A35489A19D5E200F54CC8</vt:lpwstr>
  </property>
  <property fmtid="{D5CDD505-2E9C-101B-9397-08002B2CF9AE}" pid="3" name="MediaServiceImageTags">
    <vt:lpwstr/>
  </property>
  <property fmtid="{D5CDD505-2E9C-101B-9397-08002B2CF9AE}" pid="4" name="Order">
    <vt:r8>2104800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